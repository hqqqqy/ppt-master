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94" r:id="rId3"/>
    <p:sldId id="266" r:id="rId4"/>
    <p:sldId id="268" r:id="rId5"/>
    <p:sldId id="276" r:id="rId6"/>
    <p:sldId id="279" r:id="rId7"/>
    <p:sldId id="265" r:id="rId8"/>
    <p:sldId id="263" r:id="rId9"/>
    <p:sldId id="280" r:id="rId10"/>
    <p:sldId id="267" r:id="rId11"/>
    <p:sldId id="281" r:id="rId12"/>
    <p:sldId id="282" r:id="rId13"/>
    <p:sldId id="293" r:id="rId14"/>
    <p:sldId id="269" r:id="rId15"/>
    <p:sldId id="287" r:id="rId16"/>
    <p:sldId id="288" r:id="rId17"/>
    <p:sldId id="289" r:id="rId18"/>
    <p:sldId id="271" r:id="rId19"/>
    <p:sldId id="284" r:id="rId20"/>
    <p:sldId id="285" r:id="rId21"/>
    <p:sldId id="286" r:id="rId22"/>
    <p:sldId id="272" r:id="rId23"/>
    <p:sldId id="295" r:id="rId24"/>
    <p:sldId id="291" r:id="rId25"/>
    <p:sldId id="292" r:id="rId26"/>
  </p:sldIdLst>
  <p:sldSz cx="12192000" cy="6858000"/>
  <p:notesSz cx="6858000" cy="9144000"/>
  <p:embeddedFontLst>
    <p:embeddedFont>
      <p:font typeface="微软雅黑" pitchFamily="34" charset="-122"/>
      <p:regular r:id="rId30"/>
    </p:embeddedFont>
    <p:embeddedFont>
      <p:font typeface="等线"/>
      <p:regular r:id="rId31"/>
    </p:embeddedFont>
    <p:embeddedFont>
      <p:font typeface="等线" pitchFamily="2" charset="-122"/>
      <p:regular r:id="rId32"/>
    </p:embeddedFont>
    <p:embeddedFont>
      <p:font typeface="Tw Cen MT Condensed Extra Bold" panose="020B0803020202020204" pitchFamily="34" charset="0"/>
      <p:regular r:id="rId33"/>
    </p:embeddedFont>
    <p:embeddedFont>
      <p:font typeface="锐字云字库锐黑粗GB" panose="02010604000000000000" pitchFamily="2" charset="-122"/>
      <p:regular r:id="rId34"/>
    </p:embeddedFont>
    <p:embeddedFont>
      <p:font typeface="碳纤维正中黑简体" panose="02010601030101010101" pitchFamily="2" charset="-122"/>
      <p:regular r:id="rId35"/>
    </p:embeddedFont>
    <p:embeddedFont>
      <p:font typeface="方正宋刻本秀楷简体" panose="02000000000000000000" pitchFamily="2" charset="-122"/>
      <p:regular r:id="rId36"/>
    </p:embeddedFont>
    <p:embeddedFont>
      <p:font typeface="Tw Cen MT Condensed" panose="020B0606020104020203" pitchFamily="34" charset="0"/>
      <p:regular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71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2"/>
                <a:stretch>
                  <a:fillRect/>
                </a:stretch>
              </a:blip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类别 1</c:v>
                </c:pt>
                <c:pt idx="1">
                  <c:v>类别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100"/>
        <c:axId val="2129320591"/>
        <c:axId val="342718991"/>
      </c:barChart>
      <c:catAx>
        <c:axId val="2129320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defRPr>
            </a:pPr>
          </a:p>
        </c:txPr>
        <c:crossAx val="342718991"/>
        <c:crosses val="autoZero"/>
        <c:auto val="1"/>
        <c:lblAlgn val="ctr"/>
        <c:lblOffset val="100"/>
        <c:noMultiLvlLbl val="0"/>
      </c:catAx>
      <c:valAx>
        <c:axId val="3427189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29320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7f40c84-f670-428c-8edc-9b4b892447b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1"/>
          <c:order val="1"/>
          <c:tx>
            <c:strRef>
              <c:f>Sheet1!$C$1</c:f>
              <c:strCache>
                <c:ptCount val="1"/>
                <c:pt idx="0">
                  <c:v>利润额</c:v>
                </c:pt>
              </c:strCache>
            </c:strRef>
          </c:tx>
          <c:spPr/>
          <c:explosion val="0"/>
          <c:dPt>
            <c:idx val="0"/>
            <c:bubble3D val="0"/>
            <c:spPr>
              <a:noFill/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</c:pieChar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 w="19050">
              <a:noFill/>
            </a:ln>
          </c:spPr>
          <c:explosion val="8"/>
          <c:dPt>
            <c:idx val="0"/>
            <c:bubble3D val="0"/>
            <c:explosion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explosion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explosion val="0"/>
            <c:spPr>
              <a:solidFill>
                <a:schemeClr val="tx1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18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9a3fe28-4d10-41b3-b845-c6229c650cf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DF391-C7C7-45FD-9C11-539A1B550E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54744-3E8A-4ABC-A6A8-29635DAB4F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hdphoto" Target="../media/image3.wdp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42925" y="604952"/>
            <a:ext cx="1609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CROSS BORDER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E-COMMERCE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311856" y="6207165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MAR.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1389" y="5791666"/>
            <a:ext cx="944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14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76429" y="2216056"/>
            <a:ext cx="8447735" cy="1462419"/>
            <a:chOff x="1650336" y="2320524"/>
            <a:chExt cx="8447735" cy="1462419"/>
          </a:xfrm>
        </p:grpSpPr>
        <p:sp>
          <p:nvSpPr>
            <p:cNvPr id="10" name="文本框 9"/>
            <p:cNvSpPr txBox="1"/>
            <p:nvPr/>
          </p:nvSpPr>
          <p:spPr>
            <a:xfrm>
              <a:off x="1650336" y="2320524"/>
              <a:ext cx="84477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微软雅黑" pitchFamily="34" charset="-122"/>
                  <a:cs typeface="+mn-cs"/>
                </a:rPr>
                <a:t>REPOET TITLE HERE</a:t>
              </a:r>
              <a:endPara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微软雅黑" pitchFamily="34" charset="-122"/>
                <a:cs typeface="+mn-cs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654051" y="3075057"/>
              <a:ext cx="76154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锐字云字库锐黑粗GB" panose="02010604000000000000" pitchFamily="2" charset="-122"/>
                  <a:ea typeface="锐字云字库锐黑粗GB" panose="02010604000000000000" pitchFamily="2" charset="-122"/>
                  <a:cs typeface="+mn-cs"/>
                </a:rPr>
                <a:t>这里可以写报告题目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锐字云字库锐黑粗GB" panose="02010604000000000000" pitchFamily="2" charset="-122"/>
                <a:ea typeface="锐字云字库锐黑粗GB" panose="02010604000000000000" pitchFamily="2" charset="-122"/>
                <a:cs typeface="+mn-cs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858456" y="4751452"/>
            <a:ext cx="214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浙小研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57881" y="4751452"/>
            <a:ext cx="213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2020.3.14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87727" y="4751452"/>
            <a:ext cx="214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学院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rgbClr val="0B88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87375" y="621626"/>
            <a:ext cx="1680270" cy="430887"/>
            <a:chOff x="514384" y="883622"/>
            <a:chExt cx="1680270" cy="430887"/>
          </a:xfrm>
        </p:grpSpPr>
        <p:sp>
          <p:nvSpPr>
            <p:cNvPr id="3" name="文本框 2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1.1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77654" y="914399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研究背景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671521" y="5811559"/>
            <a:ext cx="977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rgbClr val="FECB00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 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言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7" name="直接连接符 6"/>
          <p:cNvCxnSpPr>
            <a:stCxn id="5" idx="1"/>
          </p:cNvCxnSpPr>
          <p:nvPr/>
        </p:nvCxnSpPr>
        <p:spPr>
          <a:xfrm flipH="1">
            <a:off x="9182827" y="6011614"/>
            <a:ext cx="1488694" cy="0"/>
          </a:xfrm>
          <a:prstGeom prst="line">
            <a:avLst/>
          </a:prstGeom>
          <a:ln w="254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925861" y="6088558"/>
            <a:ext cx="3678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48834" y="1240754"/>
            <a:ext cx="10955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malesuada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libero.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14" name="iconfont-11180-4674648"/>
          <p:cNvSpPr>
            <a:spLocks noChangeAspect="1"/>
          </p:cNvSpPr>
          <p:nvPr/>
        </p:nvSpPr>
        <p:spPr bwMode="auto">
          <a:xfrm>
            <a:off x="2062948" y="2173459"/>
            <a:ext cx="409393" cy="409393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</p:sp>
      <p:sp>
        <p:nvSpPr>
          <p:cNvPr id="15" name="iconfont-10585-5147501"/>
          <p:cNvSpPr>
            <a:spLocks noChangeAspect="1"/>
          </p:cNvSpPr>
          <p:nvPr/>
        </p:nvSpPr>
        <p:spPr bwMode="auto">
          <a:xfrm>
            <a:off x="5891303" y="2219783"/>
            <a:ext cx="409394" cy="316744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live-chat_72439"/>
          <p:cNvSpPr>
            <a:spLocks noChangeAspect="1"/>
          </p:cNvSpPr>
          <p:nvPr/>
        </p:nvSpPr>
        <p:spPr bwMode="auto">
          <a:xfrm>
            <a:off x="9579670" y="2199467"/>
            <a:ext cx="409393" cy="357377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</p:sp>
      <p:sp>
        <p:nvSpPr>
          <p:cNvPr id="17" name="文本框 16"/>
          <p:cNvSpPr txBox="1"/>
          <p:nvPr/>
        </p:nvSpPr>
        <p:spPr>
          <a:xfrm>
            <a:off x="1483401" y="2633226"/>
            <a:ext cx="156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cxnSp>
        <p:nvCxnSpPr>
          <p:cNvPr id="18" name="直接连接符 17"/>
          <p:cNvCxnSpPr>
            <a:stCxn id="19" idx="1"/>
            <a:endCxn id="23" idx="3"/>
          </p:cNvCxnSpPr>
          <p:nvPr/>
        </p:nvCxnSpPr>
        <p:spPr>
          <a:xfrm>
            <a:off x="1483401" y="3104158"/>
            <a:ext cx="906608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/>
          <p:cNvSpPr/>
          <p:nvPr/>
        </p:nvSpPr>
        <p:spPr>
          <a:xfrm>
            <a:off x="1483401" y="3081298"/>
            <a:ext cx="156848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342486" y="2633226"/>
            <a:ext cx="156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5342486" y="3076665"/>
            <a:ext cx="1568486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981000" y="2633226"/>
            <a:ext cx="156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8981000" y="3081298"/>
            <a:ext cx="156848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8833" y="3291425"/>
            <a:ext cx="35177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commodo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67860" y="3291425"/>
            <a:ext cx="35177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commodo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025497" y="3291425"/>
            <a:ext cx="35177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commodo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平行四边形 22"/>
          <p:cNvSpPr/>
          <p:nvPr/>
        </p:nvSpPr>
        <p:spPr>
          <a:xfrm>
            <a:off x="8791801" y="4778320"/>
            <a:ext cx="2812824" cy="584776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51288" y="4839875"/>
            <a:ext cx="1802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1" name="平行四边形 20"/>
          <p:cNvSpPr/>
          <p:nvPr/>
        </p:nvSpPr>
        <p:spPr>
          <a:xfrm>
            <a:off x="4689588" y="4778320"/>
            <a:ext cx="2812824" cy="584776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549075" y="4839875"/>
            <a:ext cx="1802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87375" y="621626"/>
            <a:ext cx="1680270" cy="430887"/>
            <a:chOff x="514384" y="883622"/>
            <a:chExt cx="1680270" cy="430887"/>
          </a:xfrm>
        </p:grpSpPr>
        <p:sp>
          <p:nvSpPr>
            <p:cNvPr id="3" name="文本框 2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1.2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77654" y="914399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研究意义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671521" y="5811559"/>
            <a:ext cx="977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rgbClr val="FECB00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 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言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7" name="直接连接符 6"/>
          <p:cNvCxnSpPr>
            <a:stCxn id="5" idx="1"/>
          </p:cNvCxnSpPr>
          <p:nvPr/>
        </p:nvCxnSpPr>
        <p:spPr>
          <a:xfrm flipH="1">
            <a:off x="9182827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925861" y="6088558"/>
            <a:ext cx="3678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48834" y="1240754"/>
            <a:ext cx="10955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malesuada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libero.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648834" y="4778320"/>
            <a:ext cx="2812824" cy="584776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08321" y="4839875"/>
            <a:ext cx="1802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16" name="iconfont-11180-4674648"/>
          <p:cNvSpPr>
            <a:spLocks noChangeAspect="1"/>
          </p:cNvSpPr>
          <p:nvPr/>
        </p:nvSpPr>
        <p:spPr bwMode="auto">
          <a:xfrm>
            <a:off x="949293" y="4866010"/>
            <a:ext cx="409393" cy="409393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7" name="iconfont-10585-5147501"/>
          <p:cNvSpPr>
            <a:spLocks noChangeAspect="1"/>
          </p:cNvSpPr>
          <p:nvPr/>
        </p:nvSpPr>
        <p:spPr bwMode="auto">
          <a:xfrm>
            <a:off x="4988856" y="4912334"/>
            <a:ext cx="409394" cy="316744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8" name="live-chat_72439"/>
          <p:cNvSpPr>
            <a:spLocks noChangeAspect="1"/>
          </p:cNvSpPr>
          <p:nvPr/>
        </p:nvSpPr>
        <p:spPr bwMode="auto">
          <a:xfrm>
            <a:off x="9091070" y="4891188"/>
            <a:ext cx="409393" cy="357377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5" name="文本框 24"/>
          <p:cNvSpPr txBox="1"/>
          <p:nvPr/>
        </p:nvSpPr>
        <p:spPr>
          <a:xfrm>
            <a:off x="648833" y="2372522"/>
            <a:ext cx="32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8833" y="3084264"/>
            <a:ext cx="32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Consectetuer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adipiscing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8833" y="3796006"/>
            <a:ext cx="32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Maecenas porttitor congue massa.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89588" y="2372522"/>
            <a:ext cx="32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89588" y="3084264"/>
            <a:ext cx="32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Consectetuer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adipiscing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689588" y="3796006"/>
            <a:ext cx="32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Maecenas porttitor congue massa.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730343" y="2372522"/>
            <a:ext cx="2918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30343" y="3084264"/>
            <a:ext cx="2918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Consectetuer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adipiscing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30343" y="3796006"/>
            <a:ext cx="2918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Maecenas porttitor congue massa.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48833" y="2121031"/>
            <a:ext cx="10804967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4075621" y="2136881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8116380" y="2136881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692767" y="3486401"/>
            <a:ext cx="5079364" cy="2066033"/>
            <a:chOff x="390526" y="1565052"/>
            <a:chExt cx="5079364" cy="2066033"/>
          </a:xfrm>
        </p:grpSpPr>
        <p:sp>
          <p:nvSpPr>
            <p:cNvPr id="50" name="矩形 49"/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22460" y="1804169"/>
              <a:ext cx="4508893" cy="165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,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consectetuer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adipiscing elit.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massa. Fusce posuere, magna sed pulvinar.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393122" y="3518785"/>
            <a:ext cx="5079364" cy="2066033"/>
            <a:chOff x="390526" y="1565052"/>
            <a:chExt cx="5079364" cy="2066033"/>
          </a:xfrm>
        </p:grpSpPr>
        <p:sp>
          <p:nvSpPr>
            <p:cNvPr id="46" name="矩形 45"/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98944" y="1804169"/>
              <a:ext cx="4532409" cy="165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,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consectetuer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adipiscing elit.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massa. Fusce posuere, magna sed pulvinar.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393122" y="1177390"/>
            <a:ext cx="5079364" cy="2066033"/>
            <a:chOff x="390526" y="1565052"/>
            <a:chExt cx="5079364" cy="2066033"/>
          </a:xfrm>
        </p:grpSpPr>
        <p:sp>
          <p:nvSpPr>
            <p:cNvPr id="42" name="矩形 41"/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01688" y="1804169"/>
              <a:ext cx="4529665" cy="165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,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consectetuer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adipiscing elit.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massa. Fusce posuere, magna sed pulvinar.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78181" y="1177390"/>
            <a:ext cx="5079364" cy="2066033"/>
            <a:chOff x="390526" y="1565052"/>
            <a:chExt cx="5079364" cy="2066033"/>
          </a:xfrm>
        </p:grpSpPr>
        <p:sp>
          <p:nvSpPr>
            <p:cNvPr id="34" name="矩形 33"/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27236" y="1804169"/>
              <a:ext cx="4404118" cy="165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,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consectetuer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adipiscing elit.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massa. Fusce posuere, magna sed pulvinar.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87375" y="621626"/>
            <a:ext cx="2196437" cy="430887"/>
            <a:chOff x="514384" y="883622"/>
            <a:chExt cx="219643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2.1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7331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国内研究现状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综述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8" y="6011614"/>
            <a:ext cx="148869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925861" y="6088558"/>
            <a:ext cx="3678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REVIEW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5530850" y="2866850"/>
            <a:ext cx="1130300" cy="1125736"/>
            <a:chOff x="5530850" y="2870200"/>
            <a:chExt cx="1130300" cy="1125736"/>
          </a:xfrm>
        </p:grpSpPr>
        <p:sp>
          <p:nvSpPr>
            <p:cNvPr id="17" name="矩形 16"/>
            <p:cNvSpPr/>
            <p:nvPr/>
          </p:nvSpPr>
          <p:spPr>
            <a:xfrm>
              <a:off x="5530850" y="2870200"/>
              <a:ext cx="527050" cy="52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134100" y="2870200"/>
              <a:ext cx="527050" cy="5270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530850" y="3468886"/>
              <a:ext cx="527050" cy="5270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34100" y="3468886"/>
              <a:ext cx="527050" cy="52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21" name="iconfont-1063-813697"/>
            <p:cNvSpPr>
              <a:spLocks noChangeAspect="1"/>
            </p:cNvSpPr>
            <p:nvPr/>
          </p:nvSpPr>
          <p:spPr bwMode="auto">
            <a:xfrm>
              <a:off x="5643562" y="2983210"/>
              <a:ext cx="301626" cy="301030"/>
            </a:xfrm>
            <a:custGeom>
              <a:avLst/>
              <a:gdLst>
                <a:gd name="T0" fmla="*/ 9477 w 10569"/>
                <a:gd name="T1" fmla="*/ 4343 h 10547"/>
                <a:gd name="T2" fmla="*/ 8617 w 10569"/>
                <a:gd name="T3" fmla="*/ 3420 h 10547"/>
                <a:gd name="T4" fmla="*/ 8281 w 10569"/>
                <a:gd name="T5" fmla="*/ 2745 h 10547"/>
                <a:gd name="T6" fmla="*/ 8025 w 10569"/>
                <a:gd name="T7" fmla="*/ 1448 h 10547"/>
                <a:gd name="T8" fmla="*/ 6015 w 10569"/>
                <a:gd name="T9" fmla="*/ 383 h 10547"/>
                <a:gd name="T10" fmla="*/ 5362 w 10569"/>
                <a:gd name="T11" fmla="*/ 687 h 10547"/>
                <a:gd name="T12" fmla="*/ 3239 w 10569"/>
                <a:gd name="T13" fmla="*/ 1032 h 10547"/>
                <a:gd name="T14" fmla="*/ 2640 w 10569"/>
                <a:gd name="T15" fmla="*/ 980 h 10547"/>
                <a:gd name="T16" fmla="*/ 1008 w 10569"/>
                <a:gd name="T17" fmla="*/ 2718 h 10547"/>
                <a:gd name="T18" fmla="*/ 1147 w 10569"/>
                <a:gd name="T19" fmla="*/ 3852 h 10547"/>
                <a:gd name="T20" fmla="*/ 985 w 10569"/>
                <a:gd name="T21" fmla="*/ 4777 h 10547"/>
                <a:gd name="T22" fmla="*/ 445 w 10569"/>
                <a:gd name="T23" fmla="*/ 5917 h 10547"/>
                <a:gd name="T24" fmla="*/ 1521 w 10569"/>
                <a:gd name="T25" fmla="*/ 7986 h 10547"/>
                <a:gd name="T26" fmla="*/ 2291 w 10569"/>
                <a:gd name="T27" fmla="*/ 8115 h 10547"/>
                <a:gd name="T28" fmla="*/ 3858 w 10569"/>
                <a:gd name="T29" fmla="*/ 8880 h 10547"/>
                <a:gd name="T30" fmla="*/ 4476 w 10569"/>
                <a:gd name="T31" fmla="*/ 9450 h 10547"/>
                <a:gd name="T32" fmla="*/ 6757 w 10569"/>
                <a:gd name="T33" fmla="*/ 9068 h 10547"/>
                <a:gd name="T34" fmla="*/ 9090 w 10569"/>
                <a:gd name="T35" fmla="*/ 6707 h 10547"/>
                <a:gd name="T36" fmla="*/ 9477 w 10569"/>
                <a:gd name="T37" fmla="*/ 4343 h 10547"/>
                <a:gd name="T38" fmla="*/ 8671 w 10569"/>
                <a:gd name="T39" fmla="*/ 5796 h 10547"/>
                <a:gd name="T40" fmla="*/ 7252 w 10569"/>
                <a:gd name="T41" fmla="*/ 6584 h 10547"/>
                <a:gd name="T42" fmla="*/ 6671 w 10569"/>
                <a:gd name="T43" fmla="*/ 7161 h 10547"/>
                <a:gd name="T44" fmla="*/ 5915 w 10569"/>
                <a:gd name="T45" fmla="*/ 8528 h 10547"/>
                <a:gd name="T46" fmla="*/ 5124 w 10569"/>
                <a:gd name="T47" fmla="*/ 8667 h 10547"/>
                <a:gd name="T48" fmla="*/ 4065 w 10569"/>
                <a:gd name="T49" fmla="*/ 7687 h 10547"/>
                <a:gd name="T50" fmla="*/ 3178 w 10569"/>
                <a:gd name="T51" fmla="*/ 7244 h 10547"/>
                <a:gd name="T52" fmla="*/ 1758 w 10569"/>
                <a:gd name="T53" fmla="*/ 6998 h 10547"/>
                <a:gd name="T54" fmla="*/ 1381 w 10569"/>
                <a:gd name="T55" fmla="*/ 6284 h 10547"/>
                <a:gd name="T56" fmla="*/ 2062 w 10569"/>
                <a:gd name="T57" fmla="*/ 4811 h 10547"/>
                <a:gd name="T58" fmla="*/ 2169 w 10569"/>
                <a:gd name="T59" fmla="*/ 4126 h 10547"/>
                <a:gd name="T60" fmla="*/ 2007 w 10569"/>
                <a:gd name="T61" fmla="*/ 2573 h 10547"/>
                <a:gd name="T62" fmla="*/ 2625 w 10569"/>
                <a:gd name="T63" fmla="*/ 1969 h 10547"/>
                <a:gd name="T64" fmla="*/ 4126 w 10569"/>
                <a:gd name="T65" fmla="*/ 2144 h 10547"/>
                <a:gd name="T66" fmla="*/ 4875 w 10569"/>
                <a:gd name="T67" fmla="*/ 2024 h 10547"/>
                <a:gd name="T68" fmla="*/ 6287 w 10569"/>
                <a:gd name="T69" fmla="*/ 1355 h 10547"/>
                <a:gd name="T70" fmla="*/ 7056 w 10569"/>
                <a:gd name="T71" fmla="*/ 1739 h 10547"/>
                <a:gd name="T72" fmla="*/ 7312 w 10569"/>
                <a:gd name="T73" fmla="*/ 3158 h 10547"/>
                <a:gd name="T74" fmla="*/ 7709 w 10569"/>
                <a:gd name="T75" fmla="*/ 3941 h 10547"/>
                <a:gd name="T76" fmla="*/ 8784 w 10569"/>
                <a:gd name="T77" fmla="*/ 5076 h 10547"/>
                <a:gd name="T78" fmla="*/ 8671 w 10569"/>
                <a:gd name="T79" fmla="*/ 5796 h 10547"/>
                <a:gd name="T80" fmla="*/ 10359 w 10569"/>
                <a:gd name="T81" fmla="*/ 9608 h 10547"/>
                <a:gd name="T82" fmla="*/ 9008 w 10569"/>
                <a:gd name="T83" fmla="*/ 8252 h 10547"/>
                <a:gd name="T84" fmla="*/ 8263 w 10569"/>
                <a:gd name="T85" fmla="*/ 8217 h 10547"/>
                <a:gd name="T86" fmla="*/ 8320 w 10569"/>
                <a:gd name="T87" fmla="*/ 8963 h 10547"/>
                <a:gd name="T88" fmla="*/ 9629 w 10569"/>
                <a:gd name="T89" fmla="*/ 10277 h 10547"/>
                <a:gd name="T90" fmla="*/ 10393 w 10569"/>
                <a:gd name="T91" fmla="*/ 10282 h 10547"/>
                <a:gd name="T92" fmla="*/ 10359 w 10569"/>
                <a:gd name="T93" fmla="*/ 9608 h 10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569" h="10547">
                  <a:moveTo>
                    <a:pt x="9477" y="4343"/>
                  </a:moveTo>
                  <a:cubicBezTo>
                    <a:pt x="9194" y="4031"/>
                    <a:pt x="8879" y="3747"/>
                    <a:pt x="8617" y="3420"/>
                  </a:cubicBezTo>
                  <a:cubicBezTo>
                    <a:pt x="8462" y="3227"/>
                    <a:pt x="8344" y="2984"/>
                    <a:pt x="8281" y="2745"/>
                  </a:cubicBezTo>
                  <a:cubicBezTo>
                    <a:pt x="8168" y="2320"/>
                    <a:pt x="8118" y="1879"/>
                    <a:pt x="8025" y="1448"/>
                  </a:cubicBezTo>
                  <a:cubicBezTo>
                    <a:pt x="7807" y="448"/>
                    <a:pt x="6958" y="0"/>
                    <a:pt x="6015" y="383"/>
                  </a:cubicBezTo>
                  <a:cubicBezTo>
                    <a:pt x="5793" y="473"/>
                    <a:pt x="5563" y="559"/>
                    <a:pt x="5362" y="687"/>
                  </a:cubicBezTo>
                  <a:cubicBezTo>
                    <a:pt x="4700" y="1109"/>
                    <a:pt x="4000" y="1222"/>
                    <a:pt x="3239" y="1032"/>
                  </a:cubicBezTo>
                  <a:cubicBezTo>
                    <a:pt x="3047" y="984"/>
                    <a:pt x="2840" y="996"/>
                    <a:pt x="2640" y="980"/>
                  </a:cubicBezTo>
                  <a:cubicBezTo>
                    <a:pt x="1503" y="908"/>
                    <a:pt x="875" y="1577"/>
                    <a:pt x="1008" y="2718"/>
                  </a:cubicBezTo>
                  <a:cubicBezTo>
                    <a:pt x="1052" y="3097"/>
                    <a:pt x="1088" y="3476"/>
                    <a:pt x="1147" y="3852"/>
                  </a:cubicBezTo>
                  <a:cubicBezTo>
                    <a:pt x="1199" y="4183"/>
                    <a:pt x="1143" y="4480"/>
                    <a:pt x="985" y="4777"/>
                  </a:cubicBezTo>
                  <a:cubicBezTo>
                    <a:pt x="788" y="5148"/>
                    <a:pt x="613" y="5532"/>
                    <a:pt x="445" y="5917"/>
                  </a:cubicBezTo>
                  <a:cubicBezTo>
                    <a:pt x="0" y="6936"/>
                    <a:pt x="443" y="7780"/>
                    <a:pt x="1521" y="7986"/>
                  </a:cubicBezTo>
                  <a:cubicBezTo>
                    <a:pt x="1777" y="8034"/>
                    <a:pt x="2033" y="8093"/>
                    <a:pt x="2291" y="8115"/>
                  </a:cubicBezTo>
                  <a:cubicBezTo>
                    <a:pt x="2914" y="8171"/>
                    <a:pt x="3444" y="8389"/>
                    <a:pt x="3858" y="8880"/>
                  </a:cubicBezTo>
                  <a:cubicBezTo>
                    <a:pt x="4038" y="9092"/>
                    <a:pt x="4265" y="9266"/>
                    <a:pt x="4476" y="9450"/>
                  </a:cubicBezTo>
                  <a:cubicBezTo>
                    <a:pt x="5333" y="10197"/>
                    <a:pt x="6260" y="10089"/>
                    <a:pt x="6757" y="9068"/>
                  </a:cubicBezTo>
                  <a:cubicBezTo>
                    <a:pt x="7279" y="7994"/>
                    <a:pt x="8002" y="7230"/>
                    <a:pt x="9090" y="6707"/>
                  </a:cubicBezTo>
                  <a:cubicBezTo>
                    <a:pt x="10167" y="6190"/>
                    <a:pt x="10276" y="5223"/>
                    <a:pt x="9477" y="4343"/>
                  </a:cubicBezTo>
                  <a:close/>
                  <a:moveTo>
                    <a:pt x="8671" y="5796"/>
                  </a:moveTo>
                  <a:cubicBezTo>
                    <a:pt x="8208" y="6075"/>
                    <a:pt x="7732" y="6334"/>
                    <a:pt x="7252" y="6584"/>
                  </a:cubicBezTo>
                  <a:cubicBezTo>
                    <a:pt x="6993" y="6719"/>
                    <a:pt x="6805" y="6896"/>
                    <a:pt x="6671" y="7161"/>
                  </a:cubicBezTo>
                  <a:cubicBezTo>
                    <a:pt x="6437" y="7626"/>
                    <a:pt x="6179" y="8079"/>
                    <a:pt x="5915" y="8528"/>
                  </a:cubicBezTo>
                  <a:cubicBezTo>
                    <a:pt x="5656" y="8969"/>
                    <a:pt x="5501" y="8996"/>
                    <a:pt x="5124" y="8667"/>
                  </a:cubicBezTo>
                  <a:cubicBezTo>
                    <a:pt x="4762" y="8351"/>
                    <a:pt x="4405" y="8027"/>
                    <a:pt x="4065" y="7687"/>
                  </a:cubicBezTo>
                  <a:cubicBezTo>
                    <a:pt x="3814" y="7436"/>
                    <a:pt x="3543" y="7283"/>
                    <a:pt x="3178" y="7244"/>
                  </a:cubicBezTo>
                  <a:cubicBezTo>
                    <a:pt x="2702" y="7194"/>
                    <a:pt x="2229" y="7093"/>
                    <a:pt x="1758" y="6998"/>
                  </a:cubicBezTo>
                  <a:cubicBezTo>
                    <a:pt x="1273" y="6900"/>
                    <a:pt x="1183" y="6735"/>
                    <a:pt x="1381" y="6284"/>
                  </a:cubicBezTo>
                  <a:cubicBezTo>
                    <a:pt x="1598" y="5788"/>
                    <a:pt x="1857" y="5311"/>
                    <a:pt x="2062" y="4811"/>
                  </a:cubicBezTo>
                  <a:cubicBezTo>
                    <a:pt x="2148" y="4602"/>
                    <a:pt x="2182" y="4353"/>
                    <a:pt x="2169" y="4126"/>
                  </a:cubicBezTo>
                  <a:cubicBezTo>
                    <a:pt x="2137" y="3607"/>
                    <a:pt x="2045" y="3092"/>
                    <a:pt x="2007" y="2573"/>
                  </a:cubicBezTo>
                  <a:cubicBezTo>
                    <a:pt x="1970" y="2070"/>
                    <a:pt x="2091" y="1958"/>
                    <a:pt x="2625" y="1969"/>
                  </a:cubicBezTo>
                  <a:cubicBezTo>
                    <a:pt x="3092" y="2021"/>
                    <a:pt x="3612" y="2061"/>
                    <a:pt x="4126" y="2144"/>
                  </a:cubicBezTo>
                  <a:cubicBezTo>
                    <a:pt x="4400" y="2188"/>
                    <a:pt x="4633" y="2146"/>
                    <a:pt x="4875" y="2024"/>
                  </a:cubicBezTo>
                  <a:cubicBezTo>
                    <a:pt x="5340" y="1789"/>
                    <a:pt x="5811" y="1566"/>
                    <a:pt x="6287" y="1355"/>
                  </a:cubicBezTo>
                  <a:cubicBezTo>
                    <a:pt x="6762" y="1145"/>
                    <a:pt x="6950" y="1239"/>
                    <a:pt x="7056" y="1739"/>
                  </a:cubicBezTo>
                  <a:cubicBezTo>
                    <a:pt x="7155" y="2209"/>
                    <a:pt x="7245" y="2682"/>
                    <a:pt x="7312" y="3158"/>
                  </a:cubicBezTo>
                  <a:cubicBezTo>
                    <a:pt x="7357" y="3472"/>
                    <a:pt x="7485" y="3719"/>
                    <a:pt x="7709" y="3941"/>
                  </a:cubicBezTo>
                  <a:cubicBezTo>
                    <a:pt x="8079" y="4308"/>
                    <a:pt x="8440" y="4685"/>
                    <a:pt x="8784" y="5076"/>
                  </a:cubicBezTo>
                  <a:cubicBezTo>
                    <a:pt x="9066" y="5396"/>
                    <a:pt x="9039" y="5573"/>
                    <a:pt x="8671" y="5796"/>
                  </a:cubicBezTo>
                  <a:close/>
                  <a:moveTo>
                    <a:pt x="10359" y="9608"/>
                  </a:moveTo>
                  <a:cubicBezTo>
                    <a:pt x="9915" y="9150"/>
                    <a:pt x="9470" y="8692"/>
                    <a:pt x="9008" y="8252"/>
                  </a:cubicBezTo>
                  <a:cubicBezTo>
                    <a:pt x="8755" y="8012"/>
                    <a:pt x="8456" y="8017"/>
                    <a:pt x="8263" y="8217"/>
                  </a:cubicBezTo>
                  <a:cubicBezTo>
                    <a:pt x="8072" y="8415"/>
                    <a:pt x="8077" y="8707"/>
                    <a:pt x="8320" y="8963"/>
                  </a:cubicBezTo>
                  <a:cubicBezTo>
                    <a:pt x="8745" y="9412"/>
                    <a:pt x="9185" y="9847"/>
                    <a:pt x="9629" y="10277"/>
                  </a:cubicBezTo>
                  <a:cubicBezTo>
                    <a:pt x="9724" y="10369"/>
                    <a:pt x="10128" y="10547"/>
                    <a:pt x="10393" y="10282"/>
                  </a:cubicBezTo>
                  <a:cubicBezTo>
                    <a:pt x="10569" y="10106"/>
                    <a:pt x="10527" y="9781"/>
                    <a:pt x="10359" y="96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iconfont-10043-4933454"/>
            <p:cNvSpPr>
              <a:spLocks noChangeAspect="1"/>
            </p:cNvSpPr>
            <p:nvPr/>
          </p:nvSpPr>
          <p:spPr bwMode="auto">
            <a:xfrm>
              <a:off x="6249987" y="2984690"/>
              <a:ext cx="298452" cy="310388"/>
            </a:xfrm>
            <a:custGeom>
              <a:avLst/>
              <a:gdLst>
                <a:gd name="T0" fmla="*/ 4000 w 10000"/>
                <a:gd name="T1" fmla="*/ 6400 h 10400"/>
                <a:gd name="T2" fmla="*/ 2400 w 10000"/>
                <a:gd name="T3" fmla="*/ 6400 h 10400"/>
                <a:gd name="T4" fmla="*/ 2000 w 10000"/>
                <a:gd name="T5" fmla="*/ 6800 h 10400"/>
                <a:gd name="T6" fmla="*/ 2400 w 10000"/>
                <a:gd name="T7" fmla="*/ 7200 h 10400"/>
                <a:gd name="T8" fmla="*/ 4000 w 10000"/>
                <a:gd name="T9" fmla="*/ 7200 h 10400"/>
                <a:gd name="T10" fmla="*/ 4400 w 10000"/>
                <a:gd name="T11" fmla="*/ 6800 h 10400"/>
                <a:gd name="T12" fmla="*/ 4000 w 10000"/>
                <a:gd name="T13" fmla="*/ 6400 h 10400"/>
                <a:gd name="T14" fmla="*/ 6000 w 10000"/>
                <a:gd name="T15" fmla="*/ 4400 h 10400"/>
                <a:gd name="T16" fmla="*/ 2400 w 10000"/>
                <a:gd name="T17" fmla="*/ 4400 h 10400"/>
                <a:gd name="T18" fmla="*/ 2000 w 10000"/>
                <a:gd name="T19" fmla="*/ 4800 h 10400"/>
                <a:gd name="T20" fmla="*/ 2400 w 10000"/>
                <a:gd name="T21" fmla="*/ 5200 h 10400"/>
                <a:gd name="T22" fmla="*/ 6000 w 10000"/>
                <a:gd name="T23" fmla="*/ 5200 h 10400"/>
                <a:gd name="T24" fmla="*/ 6400 w 10000"/>
                <a:gd name="T25" fmla="*/ 4800 h 10400"/>
                <a:gd name="T26" fmla="*/ 6000 w 10000"/>
                <a:gd name="T27" fmla="*/ 4400 h 10400"/>
                <a:gd name="T28" fmla="*/ 6000 w 10000"/>
                <a:gd name="T29" fmla="*/ 2400 h 10400"/>
                <a:gd name="T30" fmla="*/ 2400 w 10000"/>
                <a:gd name="T31" fmla="*/ 2400 h 10400"/>
                <a:gd name="T32" fmla="*/ 2000 w 10000"/>
                <a:gd name="T33" fmla="*/ 2800 h 10400"/>
                <a:gd name="T34" fmla="*/ 2400 w 10000"/>
                <a:gd name="T35" fmla="*/ 3200 h 10400"/>
                <a:gd name="T36" fmla="*/ 6000 w 10000"/>
                <a:gd name="T37" fmla="*/ 3200 h 10400"/>
                <a:gd name="T38" fmla="*/ 6400 w 10000"/>
                <a:gd name="T39" fmla="*/ 2800 h 10400"/>
                <a:gd name="T40" fmla="*/ 6000 w 10000"/>
                <a:gd name="T41" fmla="*/ 2400 h 10400"/>
                <a:gd name="T42" fmla="*/ 8400 w 10000"/>
                <a:gd name="T43" fmla="*/ 2000 h 10400"/>
                <a:gd name="T44" fmla="*/ 8400 w 10000"/>
                <a:gd name="T45" fmla="*/ 1600 h 10400"/>
                <a:gd name="T46" fmla="*/ 6800 w 10000"/>
                <a:gd name="T47" fmla="*/ 0 h 10400"/>
                <a:gd name="T48" fmla="*/ 1600 w 10000"/>
                <a:gd name="T49" fmla="*/ 0 h 10400"/>
                <a:gd name="T50" fmla="*/ 0 w 10000"/>
                <a:gd name="T51" fmla="*/ 1600 h 10400"/>
                <a:gd name="T52" fmla="*/ 0 w 10000"/>
                <a:gd name="T53" fmla="*/ 8800 h 10400"/>
                <a:gd name="T54" fmla="*/ 1600 w 10000"/>
                <a:gd name="T55" fmla="*/ 10400 h 10400"/>
                <a:gd name="T56" fmla="*/ 8400 w 10000"/>
                <a:gd name="T57" fmla="*/ 10400 h 10400"/>
                <a:gd name="T58" fmla="*/ 10000 w 10000"/>
                <a:gd name="T59" fmla="*/ 8800 h 10400"/>
                <a:gd name="T60" fmla="*/ 10000 w 10000"/>
                <a:gd name="T61" fmla="*/ 3600 h 10400"/>
                <a:gd name="T62" fmla="*/ 8400 w 10000"/>
                <a:gd name="T63" fmla="*/ 2000 h 10400"/>
                <a:gd name="T64" fmla="*/ 9200 w 10000"/>
                <a:gd name="T65" fmla="*/ 8800 h 10400"/>
                <a:gd name="T66" fmla="*/ 8400 w 10000"/>
                <a:gd name="T67" fmla="*/ 9600 h 10400"/>
                <a:gd name="T68" fmla="*/ 1600 w 10000"/>
                <a:gd name="T69" fmla="*/ 9600 h 10400"/>
                <a:gd name="T70" fmla="*/ 800 w 10000"/>
                <a:gd name="T71" fmla="*/ 8800 h 10400"/>
                <a:gd name="T72" fmla="*/ 800 w 10000"/>
                <a:gd name="T73" fmla="*/ 1600 h 10400"/>
                <a:gd name="T74" fmla="*/ 1600 w 10000"/>
                <a:gd name="T75" fmla="*/ 800 h 10400"/>
                <a:gd name="T76" fmla="*/ 6800 w 10000"/>
                <a:gd name="T77" fmla="*/ 800 h 10400"/>
                <a:gd name="T78" fmla="*/ 7600 w 10000"/>
                <a:gd name="T79" fmla="*/ 1600 h 10400"/>
                <a:gd name="T80" fmla="*/ 7600 w 10000"/>
                <a:gd name="T81" fmla="*/ 7600 h 10400"/>
                <a:gd name="T82" fmla="*/ 8000 w 10000"/>
                <a:gd name="T83" fmla="*/ 8000 h 10400"/>
                <a:gd name="T84" fmla="*/ 8400 w 10000"/>
                <a:gd name="T85" fmla="*/ 7600 h 10400"/>
                <a:gd name="T86" fmla="*/ 8400 w 10000"/>
                <a:gd name="T87" fmla="*/ 2800 h 10400"/>
                <a:gd name="T88" fmla="*/ 9200 w 10000"/>
                <a:gd name="T89" fmla="*/ 3600 h 10400"/>
                <a:gd name="T90" fmla="*/ 9200 w 10000"/>
                <a:gd name="T91" fmla="*/ 8800 h 10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00" h="10400">
                  <a:moveTo>
                    <a:pt x="4000" y="6400"/>
                  </a:moveTo>
                  <a:lnTo>
                    <a:pt x="2400" y="6400"/>
                  </a:lnTo>
                  <a:cubicBezTo>
                    <a:pt x="2180" y="6400"/>
                    <a:pt x="2000" y="6580"/>
                    <a:pt x="2000" y="6800"/>
                  </a:cubicBezTo>
                  <a:cubicBezTo>
                    <a:pt x="2000" y="7020"/>
                    <a:pt x="2180" y="7200"/>
                    <a:pt x="2400" y="7200"/>
                  </a:cubicBezTo>
                  <a:lnTo>
                    <a:pt x="4000" y="7200"/>
                  </a:lnTo>
                  <a:cubicBezTo>
                    <a:pt x="4220" y="7200"/>
                    <a:pt x="4400" y="7020"/>
                    <a:pt x="4400" y="6800"/>
                  </a:cubicBezTo>
                  <a:cubicBezTo>
                    <a:pt x="4400" y="6580"/>
                    <a:pt x="4220" y="6400"/>
                    <a:pt x="4000" y="6400"/>
                  </a:cubicBezTo>
                  <a:close/>
                  <a:moveTo>
                    <a:pt x="6000" y="4400"/>
                  </a:moveTo>
                  <a:lnTo>
                    <a:pt x="2400" y="4400"/>
                  </a:lnTo>
                  <a:cubicBezTo>
                    <a:pt x="2180" y="4400"/>
                    <a:pt x="2000" y="4580"/>
                    <a:pt x="2000" y="4800"/>
                  </a:cubicBezTo>
                  <a:cubicBezTo>
                    <a:pt x="2000" y="5020"/>
                    <a:pt x="2180" y="5200"/>
                    <a:pt x="2400" y="5200"/>
                  </a:cubicBezTo>
                  <a:lnTo>
                    <a:pt x="6000" y="5200"/>
                  </a:lnTo>
                  <a:cubicBezTo>
                    <a:pt x="6220" y="5200"/>
                    <a:pt x="6400" y="5020"/>
                    <a:pt x="6400" y="4800"/>
                  </a:cubicBezTo>
                  <a:cubicBezTo>
                    <a:pt x="6400" y="4580"/>
                    <a:pt x="6220" y="4400"/>
                    <a:pt x="6000" y="4400"/>
                  </a:cubicBezTo>
                  <a:close/>
                  <a:moveTo>
                    <a:pt x="6000" y="2400"/>
                  </a:moveTo>
                  <a:lnTo>
                    <a:pt x="2400" y="2400"/>
                  </a:lnTo>
                  <a:cubicBezTo>
                    <a:pt x="2180" y="2400"/>
                    <a:pt x="2000" y="2580"/>
                    <a:pt x="2000" y="2800"/>
                  </a:cubicBezTo>
                  <a:cubicBezTo>
                    <a:pt x="2000" y="3020"/>
                    <a:pt x="2180" y="3200"/>
                    <a:pt x="2400" y="3200"/>
                  </a:cubicBezTo>
                  <a:lnTo>
                    <a:pt x="6000" y="3200"/>
                  </a:lnTo>
                  <a:cubicBezTo>
                    <a:pt x="6220" y="3200"/>
                    <a:pt x="6400" y="3020"/>
                    <a:pt x="6400" y="2800"/>
                  </a:cubicBezTo>
                  <a:cubicBezTo>
                    <a:pt x="6400" y="2580"/>
                    <a:pt x="6220" y="2400"/>
                    <a:pt x="6000" y="2400"/>
                  </a:cubicBezTo>
                  <a:close/>
                  <a:moveTo>
                    <a:pt x="8400" y="2000"/>
                  </a:moveTo>
                  <a:lnTo>
                    <a:pt x="8400" y="1600"/>
                  </a:lnTo>
                  <a:cubicBezTo>
                    <a:pt x="8400" y="720"/>
                    <a:pt x="7680" y="0"/>
                    <a:pt x="6800" y="0"/>
                  </a:cubicBezTo>
                  <a:lnTo>
                    <a:pt x="1600" y="0"/>
                  </a:lnTo>
                  <a:cubicBezTo>
                    <a:pt x="720" y="0"/>
                    <a:pt x="0" y="720"/>
                    <a:pt x="0" y="1600"/>
                  </a:cubicBezTo>
                  <a:lnTo>
                    <a:pt x="0" y="8800"/>
                  </a:lnTo>
                  <a:cubicBezTo>
                    <a:pt x="0" y="9680"/>
                    <a:pt x="720" y="10400"/>
                    <a:pt x="1600" y="10400"/>
                  </a:cubicBezTo>
                  <a:lnTo>
                    <a:pt x="8400" y="10400"/>
                  </a:lnTo>
                  <a:cubicBezTo>
                    <a:pt x="9280" y="10400"/>
                    <a:pt x="10000" y="9680"/>
                    <a:pt x="10000" y="8800"/>
                  </a:cubicBezTo>
                  <a:lnTo>
                    <a:pt x="10000" y="3600"/>
                  </a:lnTo>
                  <a:cubicBezTo>
                    <a:pt x="10000" y="2720"/>
                    <a:pt x="9280" y="2000"/>
                    <a:pt x="8400" y="2000"/>
                  </a:cubicBezTo>
                  <a:close/>
                  <a:moveTo>
                    <a:pt x="9200" y="8800"/>
                  </a:moveTo>
                  <a:cubicBezTo>
                    <a:pt x="9200" y="9240"/>
                    <a:pt x="8840" y="9600"/>
                    <a:pt x="8400" y="9600"/>
                  </a:cubicBezTo>
                  <a:lnTo>
                    <a:pt x="1600" y="9600"/>
                  </a:lnTo>
                  <a:cubicBezTo>
                    <a:pt x="1160" y="9600"/>
                    <a:pt x="800" y="9240"/>
                    <a:pt x="800" y="8800"/>
                  </a:cubicBezTo>
                  <a:lnTo>
                    <a:pt x="800" y="1600"/>
                  </a:lnTo>
                  <a:cubicBezTo>
                    <a:pt x="800" y="1160"/>
                    <a:pt x="1160" y="800"/>
                    <a:pt x="1600" y="800"/>
                  </a:cubicBezTo>
                  <a:lnTo>
                    <a:pt x="6800" y="800"/>
                  </a:lnTo>
                  <a:cubicBezTo>
                    <a:pt x="7240" y="800"/>
                    <a:pt x="7600" y="1160"/>
                    <a:pt x="7600" y="1600"/>
                  </a:cubicBezTo>
                  <a:lnTo>
                    <a:pt x="7600" y="7600"/>
                  </a:lnTo>
                  <a:cubicBezTo>
                    <a:pt x="7600" y="7820"/>
                    <a:pt x="7780" y="8000"/>
                    <a:pt x="8000" y="8000"/>
                  </a:cubicBezTo>
                  <a:cubicBezTo>
                    <a:pt x="8220" y="8000"/>
                    <a:pt x="8400" y="7820"/>
                    <a:pt x="8400" y="7600"/>
                  </a:cubicBezTo>
                  <a:lnTo>
                    <a:pt x="8400" y="2800"/>
                  </a:lnTo>
                  <a:cubicBezTo>
                    <a:pt x="8840" y="2800"/>
                    <a:pt x="9200" y="3160"/>
                    <a:pt x="9200" y="3600"/>
                  </a:cubicBezTo>
                  <a:lnTo>
                    <a:pt x="9200" y="88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  <p:sp>
          <p:nvSpPr>
            <p:cNvPr id="23" name="iconfont-10043-4933446"/>
            <p:cNvSpPr>
              <a:spLocks noChangeAspect="1"/>
            </p:cNvSpPr>
            <p:nvPr/>
          </p:nvSpPr>
          <p:spPr bwMode="auto">
            <a:xfrm>
              <a:off x="5665744" y="3613307"/>
              <a:ext cx="257262" cy="238208"/>
            </a:xfrm>
            <a:custGeom>
              <a:avLst/>
              <a:gdLst>
                <a:gd name="T0" fmla="*/ 10400 w 10800"/>
                <a:gd name="T1" fmla="*/ 9200 h 10000"/>
                <a:gd name="T2" fmla="*/ 800 w 10800"/>
                <a:gd name="T3" fmla="*/ 9200 h 10000"/>
                <a:gd name="T4" fmla="*/ 800 w 10800"/>
                <a:gd name="T5" fmla="*/ 400 h 10000"/>
                <a:gd name="T6" fmla="*/ 400 w 10800"/>
                <a:gd name="T7" fmla="*/ 0 h 10000"/>
                <a:gd name="T8" fmla="*/ 0 w 10800"/>
                <a:gd name="T9" fmla="*/ 400 h 10000"/>
                <a:gd name="T10" fmla="*/ 0 w 10800"/>
                <a:gd name="T11" fmla="*/ 9600 h 10000"/>
                <a:gd name="T12" fmla="*/ 400 w 10800"/>
                <a:gd name="T13" fmla="*/ 10000 h 10000"/>
                <a:gd name="T14" fmla="*/ 10400 w 10800"/>
                <a:gd name="T15" fmla="*/ 10000 h 10000"/>
                <a:gd name="T16" fmla="*/ 10800 w 10800"/>
                <a:gd name="T17" fmla="*/ 9600 h 10000"/>
                <a:gd name="T18" fmla="*/ 10400 w 10800"/>
                <a:gd name="T19" fmla="*/ 9200 h 10000"/>
                <a:gd name="T20" fmla="*/ 2080 w 10800"/>
                <a:gd name="T21" fmla="*/ 6560 h 10000"/>
                <a:gd name="T22" fmla="*/ 4500 w 10800"/>
                <a:gd name="T23" fmla="*/ 4140 h 10000"/>
                <a:gd name="T24" fmla="*/ 6480 w 10800"/>
                <a:gd name="T25" fmla="*/ 6120 h 10000"/>
                <a:gd name="T26" fmla="*/ 6780 w 10800"/>
                <a:gd name="T27" fmla="*/ 6240 h 10000"/>
                <a:gd name="T28" fmla="*/ 7060 w 10800"/>
                <a:gd name="T29" fmla="*/ 6120 h 10000"/>
                <a:gd name="T30" fmla="*/ 10520 w 10800"/>
                <a:gd name="T31" fmla="*/ 2640 h 10000"/>
                <a:gd name="T32" fmla="*/ 10520 w 10800"/>
                <a:gd name="T33" fmla="*/ 2100 h 10000"/>
                <a:gd name="T34" fmla="*/ 9980 w 10800"/>
                <a:gd name="T35" fmla="*/ 2100 h 10000"/>
                <a:gd name="T36" fmla="*/ 6800 w 10800"/>
                <a:gd name="T37" fmla="*/ 5300 h 10000"/>
                <a:gd name="T38" fmla="*/ 4800 w 10800"/>
                <a:gd name="T39" fmla="*/ 3300 h 10000"/>
                <a:gd name="T40" fmla="*/ 4500 w 10800"/>
                <a:gd name="T41" fmla="*/ 3200 h 10000"/>
                <a:gd name="T42" fmla="*/ 4220 w 10800"/>
                <a:gd name="T43" fmla="*/ 3320 h 10000"/>
                <a:gd name="T44" fmla="*/ 1520 w 10800"/>
                <a:gd name="T45" fmla="*/ 6000 h 10000"/>
                <a:gd name="T46" fmla="*/ 1520 w 10800"/>
                <a:gd name="T47" fmla="*/ 6560 h 10000"/>
                <a:gd name="T48" fmla="*/ 2080 w 10800"/>
                <a:gd name="T49" fmla="*/ 6560 h 1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800" h="10000">
                  <a:moveTo>
                    <a:pt x="10400" y="9200"/>
                  </a:moveTo>
                  <a:lnTo>
                    <a:pt x="800" y="9200"/>
                  </a:lnTo>
                  <a:lnTo>
                    <a:pt x="800" y="400"/>
                  </a:lnTo>
                  <a:cubicBezTo>
                    <a:pt x="800" y="180"/>
                    <a:pt x="620" y="0"/>
                    <a:pt x="400" y="0"/>
                  </a:cubicBezTo>
                  <a:cubicBezTo>
                    <a:pt x="180" y="0"/>
                    <a:pt x="0" y="180"/>
                    <a:pt x="0" y="400"/>
                  </a:cubicBezTo>
                  <a:lnTo>
                    <a:pt x="0" y="9600"/>
                  </a:lnTo>
                  <a:cubicBezTo>
                    <a:pt x="0" y="9820"/>
                    <a:pt x="180" y="10000"/>
                    <a:pt x="400" y="10000"/>
                  </a:cubicBezTo>
                  <a:lnTo>
                    <a:pt x="10400" y="10000"/>
                  </a:lnTo>
                  <a:cubicBezTo>
                    <a:pt x="10620" y="10000"/>
                    <a:pt x="10800" y="9820"/>
                    <a:pt x="10800" y="9600"/>
                  </a:cubicBezTo>
                  <a:cubicBezTo>
                    <a:pt x="10800" y="9380"/>
                    <a:pt x="10620" y="9200"/>
                    <a:pt x="10400" y="9200"/>
                  </a:cubicBezTo>
                  <a:close/>
                  <a:moveTo>
                    <a:pt x="2080" y="6560"/>
                  </a:moveTo>
                  <a:lnTo>
                    <a:pt x="4500" y="4140"/>
                  </a:lnTo>
                  <a:lnTo>
                    <a:pt x="6480" y="6120"/>
                  </a:lnTo>
                  <a:cubicBezTo>
                    <a:pt x="6560" y="6200"/>
                    <a:pt x="6680" y="6240"/>
                    <a:pt x="6780" y="6240"/>
                  </a:cubicBezTo>
                  <a:cubicBezTo>
                    <a:pt x="6880" y="6240"/>
                    <a:pt x="6980" y="6200"/>
                    <a:pt x="7060" y="6120"/>
                  </a:cubicBezTo>
                  <a:lnTo>
                    <a:pt x="10520" y="2640"/>
                  </a:lnTo>
                  <a:cubicBezTo>
                    <a:pt x="10660" y="2480"/>
                    <a:pt x="10660" y="2240"/>
                    <a:pt x="10520" y="2100"/>
                  </a:cubicBezTo>
                  <a:cubicBezTo>
                    <a:pt x="10380" y="1960"/>
                    <a:pt x="10120" y="1940"/>
                    <a:pt x="9980" y="2100"/>
                  </a:cubicBezTo>
                  <a:lnTo>
                    <a:pt x="6800" y="5300"/>
                  </a:lnTo>
                  <a:lnTo>
                    <a:pt x="4800" y="3300"/>
                  </a:lnTo>
                  <a:cubicBezTo>
                    <a:pt x="4700" y="3240"/>
                    <a:pt x="4600" y="3200"/>
                    <a:pt x="4500" y="3200"/>
                  </a:cubicBezTo>
                  <a:cubicBezTo>
                    <a:pt x="4400" y="3200"/>
                    <a:pt x="4300" y="3240"/>
                    <a:pt x="4220" y="3320"/>
                  </a:cubicBezTo>
                  <a:lnTo>
                    <a:pt x="1520" y="6000"/>
                  </a:lnTo>
                  <a:cubicBezTo>
                    <a:pt x="1360" y="6160"/>
                    <a:pt x="1360" y="6400"/>
                    <a:pt x="1520" y="6560"/>
                  </a:cubicBezTo>
                  <a:cubicBezTo>
                    <a:pt x="1680" y="6720"/>
                    <a:pt x="1920" y="6720"/>
                    <a:pt x="2080" y="656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  <p:sp>
          <p:nvSpPr>
            <p:cNvPr id="24" name="iconfont-1063-813696"/>
            <p:cNvSpPr>
              <a:spLocks noChangeAspect="1"/>
            </p:cNvSpPr>
            <p:nvPr/>
          </p:nvSpPr>
          <p:spPr bwMode="auto">
            <a:xfrm>
              <a:off x="6286896" y="3592554"/>
              <a:ext cx="221458" cy="279714"/>
            </a:xfrm>
            <a:custGeom>
              <a:avLst/>
              <a:gdLst>
                <a:gd name="T0" fmla="*/ 9274 w 9970"/>
                <a:gd name="T1" fmla="*/ 5486 h 12592"/>
                <a:gd name="T2" fmla="*/ 2216 w 9970"/>
                <a:gd name="T3" fmla="*/ 5475 h 12592"/>
                <a:gd name="T4" fmla="*/ 2770 w 9970"/>
                <a:gd name="T5" fmla="*/ 2189 h 12592"/>
                <a:gd name="T6" fmla="*/ 4985 w 9970"/>
                <a:gd name="T7" fmla="*/ 1095 h 12592"/>
                <a:gd name="T8" fmla="*/ 7755 w 9970"/>
                <a:gd name="T9" fmla="*/ 3285 h 12592"/>
                <a:gd name="T10" fmla="*/ 8309 w 9970"/>
                <a:gd name="T11" fmla="*/ 3832 h 12592"/>
                <a:gd name="T12" fmla="*/ 8863 w 9970"/>
                <a:gd name="T13" fmla="*/ 2737 h 12592"/>
                <a:gd name="T14" fmla="*/ 4985 w 9970"/>
                <a:gd name="T15" fmla="*/ 0 h 12592"/>
                <a:gd name="T16" fmla="*/ 2216 w 9970"/>
                <a:gd name="T17" fmla="*/ 1095 h 12592"/>
                <a:gd name="T18" fmla="*/ 1108 w 9970"/>
                <a:gd name="T19" fmla="*/ 5475 h 12592"/>
                <a:gd name="T20" fmla="*/ 696 w 9970"/>
                <a:gd name="T21" fmla="*/ 5486 h 12592"/>
                <a:gd name="T22" fmla="*/ 0 w 9970"/>
                <a:gd name="T23" fmla="*/ 6165 h 12592"/>
                <a:gd name="T24" fmla="*/ 0 w 9970"/>
                <a:gd name="T25" fmla="*/ 11912 h 12592"/>
                <a:gd name="T26" fmla="*/ 696 w 9970"/>
                <a:gd name="T27" fmla="*/ 12592 h 12592"/>
                <a:gd name="T28" fmla="*/ 9274 w 9970"/>
                <a:gd name="T29" fmla="*/ 12592 h 12592"/>
                <a:gd name="T30" fmla="*/ 9970 w 9970"/>
                <a:gd name="T31" fmla="*/ 11912 h 12592"/>
                <a:gd name="T32" fmla="*/ 9970 w 9970"/>
                <a:gd name="T33" fmla="*/ 6165 h 12592"/>
                <a:gd name="T34" fmla="*/ 9274 w 9970"/>
                <a:gd name="T35" fmla="*/ 5486 h 12592"/>
                <a:gd name="T36" fmla="*/ 9274 w 9970"/>
                <a:gd name="T37" fmla="*/ 5486 h 12592"/>
                <a:gd name="T38" fmla="*/ 8880 w 9970"/>
                <a:gd name="T39" fmla="*/ 10945 h 12592"/>
                <a:gd name="T40" fmla="*/ 8717 w 9970"/>
                <a:gd name="T41" fmla="*/ 11333 h 12592"/>
                <a:gd name="T42" fmla="*/ 8325 w 9970"/>
                <a:gd name="T43" fmla="*/ 11494 h 12592"/>
                <a:gd name="T44" fmla="*/ 1665 w 9970"/>
                <a:gd name="T45" fmla="*/ 11494 h 12592"/>
                <a:gd name="T46" fmla="*/ 1274 w 9970"/>
                <a:gd name="T47" fmla="*/ 11333 h 12592"/>
                <a:gd name="T48" fmla="*/ 1110 w 9970"/>
                <a:gd name="T49" fmla="*/ 10945 h 12592"/>
                <a:gd name="T50" fmla="*/ 1110 w 9970"/>
                <a:gd name="T51" fmla="*/ 7106 h 12592"/>
                <a:gd name="T52" fmla="*/ 1665 w 9970"/>
                <a:gd name="T53" fmla="*/ 6558 h 12592"/>
                <a:gd name="T54" fmla="*/ 8325 w 9970"/>
                <a:gd name="T55" fmla="*/ 6558 h 12592"/>
                <a:gd name="T56" fmla="*/ 8880 w 9970"/>
                <a:gd name="T57" fmla="*/ 7106 h 12592"/>
                <a:gd name="T58" fmla="*/ 8880 w 9970"/>
                <a:gd name="T59" fmla="*/ 10945 h 12592"/>
                <a:gd name="T60" fmla="*/ 8880 w 9970"/>
                <a:gd name="T61" fmla="*/ 10945 h 1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970" h="12592">
                  <a:moveTo>
                    <a:pt x="9274" y="5486"/>
                  </a:moveTo>
                  <a:lnTo>
                    <a:pt x="2216" y="5475"/>
                  </a:lnTo>
                  <a:cubicBezTo>
                    <a:pt x="2213" y="4533"/>
                    <a:pt x="1957" y="3075"/>
                    <a:pt x="2770" y="2189"/>
                  </a:cubicBezTo>
                  <a:cubicBezTo>
                    <a:pt x="3264" y="1650"/>
                    <a:pt x="4097" y="1095"/>
                    <a:pt x="4985" y="1095"/>
                  </a:cubicBezTo>
                  <a:cubicBezTo>
                    <a:pt x="6298" y="1095"/>
                    <a:pt x="7280" y="2073"/>
                    <a:pt x="7755" y="3285"/>
                  </a:cubicBezTo>
                  <a:cubicBezTo>
                    <a:pt x="7893" y="3634"/>
                    <a:pt x="8015" y="3822"/>
                    <a:pt x="8309" y="3832"/>
                  </a:cubicBezTo>
                  <a:cubicBezTo>
                    <a:pt x="9045" y="3854"/>
                    <a:pt x="9000" y="3086"/>
                    <a:pt x="8863" y="2737"/>
                  </a:cubicBezTo>
                  <a:cubicBezTo>
                    <a:pt x="8176" y="988"/>
                    <a:pt x="6888" y="0"/>
                    <a:pt x="4985" y="0"/>
                  </a:cubicBezTo>
                  <a:cubicBezTo>
                    <a:pt x="3692" y="0"/>
                    <a:pt x="2980" y="262"/>
                    <a:pt x="2216" y="1095"/>
                  </a:cubicBezTo>
                  <a:cubicBezTo>
                    <a:pt x="1048" y="2367"/>
                    <a:pt x="1105" y="4424"/>
                    <a:pt x="1108" y="5475"/>
                  </a:cubicBezTo>
                  <a:lnTo>
                    <a:pt x="696" y="5486"/>
                  </a:lnTo>
                  <a:cubicBezTo>
                    <a:pt x="311" y="5486"/>
                    <a:pt x="0" y="5791"/>
                    <a:pt x="0" y="6165"/>
                  </a:cubicBezTo>
                  <a:lnTo>
                    <a:pt x="0" y="11912"/>
                  </a:lnTo>
                  <a:cubicBezTo>
                    <a:pt x="0" y="12289"/>
                    <a:pt x="312" y="12592"/>
                    <a:pt x="696" y="12592"/>
                  </a:cubicBezTo>
                  <a:lnTo>
                    <a:pt x="9274" y="12592"/>
                  </a:lnTo>
                  <a:cubicBezTo>
                    <a:pt x="9658" y="12592"/>
                    <a:pt x="9970" y="12288"/>
                    <a:pt x="9970" y="11912"/>
                  </a:cubicBezTo>
                  <a:lnTo>
                    <a:pt x="9970" y="6165"/>
                  </a:lnTo>
                  <a:cubicBezTo>
                    <a:pt x="9970" y="5790"/>
                    <a:pt x="9659" y="5486"/>
                    <a:pt x="9274" y="5486"/>
                  </a:cubicBezTo>
                  <a:lnTo>
                    <a:pt x="9274" y="5486"/>
                  </a:lnTo>
                  <a:close/>
                  <a:moveTo>
                    <a:pt x="8880" y="10945"/>
                  </a:moveTo>
                  <a:cubicBezTo>
                    <a:pt x="8880" y="11097"/>
                    <a:pt x="8826" y="11227"/>
                    <a:pt x="8717" y="11333"/>
                  </a:cubicBezTo>
                  <a:cubicBezTo>
                    <a:pt x="8609" y="11440"/>
                    <a:pt x="8478" y="11494"/>
                    <a:pt x="8325" y="11494"/>
                  </a:cubicBezTo>
                  <a:lnTo>
                    <a:pt x="1665" y="11494"/>
                  </a:lnTo>
                  <a:cubicBezTo>
                    <a:pt x="1512" y="11494"/>
                    <a:pt x="1381" y="11441"/>
                    <a:pt x="1274" y="11333"/>
                  </a:cubicBezTo>
                  <a:cubicBezTo>
                    <a:pt x="1165" y="11226"/>
                    <a:pt x="1110" y="11097"/>
                    <a:pt x="1110" y="10945"/>
                  </a:cubicBezTo>
                  <a:lnTo>
                    <a:pt x="1110" y="7106"/>
                  </a:lnTo>
                  <a:cubicBezTo>
                    <a:pt x="1110" y="6804"/>
                    <a:pt x="1359" y="6558"/>
                    <a:pt x="1665" y="6558"/>
                  </a:cubicBezTo>
                  <a:lnTo>
                    <a:pt x="8325" y="6558"/>
                  </a:lnTo>
                  <a:cubicBezTo>
                    <a:pt x="8631" y="6558"/>
                    <a:pt x="8880" y="6804"/>
                    <a:pt x="8880" y="7106"/>
                  </a:cubicBezTo>
                  <a:lnTo>
                    <a:pt x="8880" y="10945"/>
                  </a:lnTo>
                  <a:lnTo>
                    <a:pt x="8880" y="109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2196437" cy="430887"/>
            <a:chOff x="514384" y="883622"/>
            <a:chExt cx="219643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2.2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7331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国外研究现状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综述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8" y="6011614"/>
            <a:ext cx="148869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925861" y="6088558"/>
            <a:ext cx="3678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REVIEW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648833" y="1289846"/>
            <a:ext cx="4933198" cy="4339916"/>
            <a:chOff x="648833" y="1289846"/>
            <a:chExt cx="4933198" cy="4339916"/>
          </a:xfrm>
        </p:grpSpPr>
        <p:sp>
          <p:nvSpPr>
            <p:cNvPr id="5" name="矩形: 圆角 4"/>
            <p:cNvSpPr/>
            <p:nvPr/>
          </p:nvSpPr>
          <p:spPr>
            <a:xfrm>
              <a:off x="648833" y="1289846"/>
              <a:ext cx="4933198" cy="4339916"/>
            </a:xfrm>
            <a:prstGeom prst="roundRect">
              <a:avLst>
                <a:gd name="adj" fmla="val 2914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1446933" y="5425079"/>
              <a:ext cx="3336998" cy="14307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727383" y="1363009"/>
              <a:ext cx="4776098" cy="4193590"/>
            </a:xfrm>
            <a:prstGeom prst="roundRect">
              <a:avLst>
                <a:gd name="adj" fmla="val 2505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671427" y="1289846"/>
            <a:ext cx="4933198" cy="4339916"/>
            <a:chOff x="648833" y="1289846"/>
            <a:chExt cx="4933198" cy="4339916"/>
          </a:xfrm>
        </p:grpSpPr>
        <p:sp>
          <p:nvSpPr>
            <p:cNvPr id="20" name="矩形: 圆角 19"/>
            <p:cNvSpPr/>
            <p:nvPr/>
          </p:nvSpPr>
          <p:spPr>
            <a:xfrm>
              <a:off x="648833" y="1289846"/>
              <a:ext cx="4933198" cy="4339916"/>
            </a:xfrm>
            <a:prstGeom prst="roundRect">
              <a:avLst>
                <a:gd name="adj" fmla="val 2914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1446933" y="5425079"/>
              <a:ext cx="3336998" cy="143075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727383" y="1363009"/>
              <a:ext cx="4776098" cy="4193590"/>
            </a:xfrm>
            <a:prstGeom prst="roundRect">
              <a:avLst>
                <a:gd name="adj" fmla="val 2505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390714" y="2220676"/>
            <a:ext cx="1449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413308" y="2220676"/>
            <a:ext cx="1449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5" name="iconfont-1016-791883"/>
          <p:cNvSpPr>
            <a:spLocks noChangeAspect="1"/>
          </p:cNvSpPr>
          <p:nvPr/>
        </p:nvSpPr>
        <p:spPr bwMode="auto">
          <a:xfrm>
            <a:off x="2892219" y="1741641"/>
            <a:ext cx="446426" cy="405872"/>
          </a:xfrm>
          <a:custGeom>
            <a:avLst/>
            <a:gdLst>
              <a:gd name="T0" fmla="*/ 14080 w 14080"/>
              <a:gd name="T1" fmla="*/ 5312 h 12800"/>
              <a:gd name="T2" fmla="*/ 12320 w 14080"/>
              <a:gd name="T3" fmla="*/ 7072 h 12800"/>
              <a:gd name="T4" fmla="*/ 10560 w 14080"/>
              <a:gd name="T5" fmla="*/ 5312 h 12800"/>
              <a:gd name="T6" fmla="*/ 10560 w 14080"/>
              <a:gd name="T7" fmla="*/ 5312 h 12800"/>
              <a:gd name="T8" fmla="*/ 10560 w 14080"/>
              <a:gd name="T9" fmla="*/ 5312 h 12800"/>
              <a:gd name="T10" fmla="*/ 10560 w 14080"/>
              <a:gd name="T11" fmla="*/ 5312 h 12800"/>
              <a:gd name="T12" fmla="*/ 8800 w 14080"/>
              <a:gd name="T13" fmla="*/ 7072 h 12800"/>
              <a:gd name="T14" fmla="*/ 7040 w 14080"/>
              <a:gd name="T15" fmla="*/ 5312 h 12800"/>
              <a:gd name="T16" fmla="*/ 7040 w 14080"/>
              <a:gd name="T17" fmla="*/ 5312 h 12800"/>
              <a:gd name="T18" fmla="*/ 7040 w 14080"/>
              <a:gd name="T19" fmla="*/ 5312 h 12800"/>
              <a:gd name="T20" fmla="*/ 7040 w 14080"/>
              <a:gd name="T21" fmla="*/ 5312 h 12800"/>
              <a:gd name="T22" fmla="*/ 7040 w 14080"/>
              <a:gd name="T23" fmla="*/ 5312 h 12800"/>
              <a:gd name="T24" fmla="*/ 5280 w 14080"/>
              <a:gd name="T25" fmla="*/ 7072 h 12800"/>
              <a:gd name="T26" fmla="*/ 3520 w 14080"/>
              <a:gd name="T27" fmla="*/ 5312 h 12800"/>
              <a:gd name="T28" fmla="*/ 3520 w 14080"/>
              <a:gd name="T29" fmla="*/ 5312 h 12800"/>
              <a:gd name="T30" fmla="*/ 3520 w 14080"/>
              <a:gd name="T31" fmla="*/ 5312 h 12800"/>
              <a:gd name="T32" fmla="*/ 3520 w 14080"/>
              <a:gd name="T33" fmla="*/ 5312 h 12800"/>
              <a:gd name="T34" fmla="*/ 3520 w 14080"/>
              <a:gd name="T35" fmla="*/ 5312 h 12800"/>
              <a:gd name="T36" fmla="*/ 1760 w 14080"/>
              <a:gd name="T37" fmla="*/ 7072 h 12800"/>
              <a:gd name="T38" fmla="*/ 0 w 14080"/>
              <a:gd name="T39" fmla="*/ 5312 h 12800"/>
              <a:gd name="T40" fmla="*/ 0 w 14080"/>
              <a:gd name="T41" fmla="*/ 5312 h 12800"/>
              <a:gd name="T42" fmla="*/ 0 w 14080"/>
              <a:gd name="T43" fmla="*/ 5312 h 12800"/>
              <a:gd name="T44" fmla="*/ 0 w 14080"/>
              <a:gd name="T45" fmla="*/ 5312 h 12800"/>
              <a:gd name="T46" fmla="*/ 1248 w 14080"/>
              <a:gd name="T47" fmla="*/ 1984 h 12800"/>
              <a:gd name="T48" fmla="*/ 12864 w 14080"/>
              <a:gd name="T49" fmla="*/ 1984 h 12800"/>
              <a:gd name="T50" fmla="*/ 14080 w 14080"/>
              <a:gd name="T51" fmla="*/ 5312 h 12800"/>
              <a:gd name="T52" fmla="*/ 14080 w 14080"/>
              <a:gd name="T53" fmla="*/ 5312 h 12800"/>
              <a:gd name="T54" fmla="*/ 11872 w 14080"/>
              <a:gd name="T55" fmla="*/ 1312 h 12800"/>
              <a:gd name="T56" fmla="*/ 2208 w 14080"/>
              <a:gd name="T57" fmla="*/ 1312 h 12800"/>
              <a:gd name="T58" fmla="*/ 1536 w 14080"/>
              <a:gd name="T59" fmla="*/ 640 h 12800"/>
              <a:gd name="T60" fmla="*/ 2208 w 14080"/>
              <a:gd name="T61" fmla="*/ 0 h 12800"/>
              <a:gd name="T62" fmla="*/ 11872 w 14080"/>
              <a:gd name="T63" fmla="*/ 0 h 12800"/>
              <a:gd name="T64" fmla="*/ 12544 w 14080"/>
              <a:gd name="T65" fmla="*/ 672 h 12800"/>
              <a:gd name="T66" fmla="*/ 11872 w 14080"/>
              <a:gd name="T67" fmla="*/ 1312 h 12800"/>
              <a:gd name="T68" fmla="*/ 1984 w 14080"/>
              <a:gd name="T69" fmla="*/ 7712 h 12800"/>
              <a:gd name="T70" fmla="*/ 1984 w 14080"/>
              <a:gd name="T71" fmla="*/ 7712 h 12800"/>
              <a:gd name="T72" fmla="*/ 2176 w 14080"/>
              <a:gd name="T73" fmla="*/ 7680 h 12800"/>
              <a:gd name="T74" fmla="*/ 2208 w 14080"/>
              <a:gd name="T75" fmla="*/ 7680 h 12800"/>
              <a:gd name="T76" fmla="*/ 2304 w 14080"/>
              <a:gd name="T77" fmla="*/ 7648 h 12800"/>
              <a:gd name="T78" fmla="*/ 2656 w 14080"/>
              <a:gd name="T79" fmla="*/ 7552 h 12800"/>
              <a:gd name="T80" fmla="*/ 2656 w 14080"/>
              <a:gd name="T81" fmla="*/ 7552 h 12800"/>
              <a:gd name="T82" fmla="*/ 2656 w 14080"/>
              <a:gd name="T83" fmla="*/ 7552 h 12800"/>
              <a:gd name="T84" fmla="*/ 2656 w 14080"/>
              <a:gd name="T85" fmla="*/ 10816 h 12800"/>
              <a:gd name="T86" fmla="*/ 11456 w 14080"/>
              <a:gd name="T87" fmla="*/ 10816 h 12800"/>
              <a:gd name="T88" fmla="*/ 11456 w 14080"/>
              <a:gd name="T89" fmla="*/ 7552 h 12800"/>
              <a:gd name="T90" fmla="*/ 11456 w 14080"/>
              <a:gd name="T91" fmla="*/ 7552 h 12800"/>
              <a:gd name="T92" fmla="*/ 11456 w 14080"/>
              <a:gd name="T93" fmla="*/ 7552 h 12800"/>
              <a:gd name="T94" fmla="*/ 11808 w 14080"/>
              <a:gd name="T95" fmla="*/ 7648 h 12800"/>
              <a:gd name="T96" fmla="*/ 11904 w 14080"/>
              <a:gd name="T97" fmla="*/ 7680 h 12800"/>
              <a:gd name="T98" fmla="*/ 11936 w 14080"/>
              <a:gd name="T99" fmla="*/ 7680 h 12800"/>
              <a:gd name="T100" fmla="*/ 12128 w 14080"/>
              <a:gd name="T101" fmla="*/ 7712 h 12800"/>
              <a:gd name="T102" fmla="*/ 12128 w 14080"/>
              <a:gd name="T103" fmla="*/ 7712 h 12800"/>
              <a:gd name="T104" fmla="*/ 12352 w 14080"/>
              <a:gd name="T105" fmla="*/ 7712 h 12800"/>
              <a:gd name="T106" fmla="*/ 12800 w 14080"/>
              <a:gd name="T107" fmla="*/ 7680 h 12800"/>
              <a:gd name="T108" fmla="*/ 12800 w 14080"/>
              <a:gd name="T109" fmla="*/ 12128 h 12800"/>
              <a:gd name="T110" fmla="*/ 12128 w 14080"/>
              <a:gd name="T111" fmla="*/ 12800 h 12800"/>
              <a:gd name="T112" fmla="*/ 1984 w 14080"/>
              <a:gd name="T113" fmla="*/ 12800 h 12800"/>
              <a:gd name="T114" fmla="*/ 1312 w 14080"/>
              <a:gd name="T115" fmla="*/ 12128 h 12800"/>
              <a:gd name="T116" fmla="*/ 1312 w 14080"/>
              <a:gd name="T117" fmla="*/ 7680 h 12800"/>
              <a:gd name="T118" fmla="*/ 1760 w 14080"/>
              <a:gd name="T119" fmla="*/ 7712 h 12800"/>
              <a:gd name="T120" fmla="*/ 1984 w 14080"/>
              <a:gd name="T121" fmla="*/ 7712 h 12800"/>
              <a:gd name="T122" fmla="*/ 1984 w 14080"/>
              <a:gd name="T123" fmla="*/ 771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080" h="12800">
                <a:moveTo>
                  <a:pt x="14080" y="5312"/>
                </a:moveTo>
                <a:cubicBezTo>
                  <a:pt x="14080" y="6272"/>
                  <a:pt x="13280" y="7072"/>
                  <a:pt x="12320" y="7072"/>
                </a:cubicBezTo>
                <a:cubicBezTo>
                  <a:pt x="11360" y="7072"/>
                  <a:pt x="10560" y="6272"/>
                  <a:pt x="10560" y="5312"/>
                </a:cubicBezTo>
                <a:lnTo>
                  <a:pt x="10560" y="5312"/>
                </a:lnTo>
                <a:lnTo>
                  <a:pt x="10560" y="5312"/>
                </a:lnTo>
                <a:lnTo>
                  <a:pt x="10560" y="5312"/>
                </a:lnTo>
                <a:cubicBezTo>
                  <a:pt x="10560" y="6272"/>
                  <a:pt x="9760" y="7072"/>
                  <a:pt x="8800" y="7072"/>
                </a:cubicBezTo>
                <a:cubicBezTo>
                  <a:pt x="7840" y="7072"/>
                  <a:pt x="7040" y="6272"/>
                  <a:pt x="7040" y="5312"/>
                </a:cubicBezTo>
                <a:lnTo>
                  <a:pt x="7040" y="5312"/>
                </a:lnTo>
                <a:lnTo>
                  <a:pt x="7040" y="5312"/>
                </a:lnTo>
                <a:lnTo>
                  <a:pt x="7040" y="5312"/>
                </a:lnTo>
                <a:lnTo>
                  <a:pt x="7040" y="5312"/>
                </a:lnTo>
                <a:cubicBezTo>
                  <a:pt x="7040" y="6272"/>
                  <a:pt x="6240" y="7072"/>
                  <a:pt x="5280" y="7072"/>
                </a:cubicBezTo>
                <a:cubicBezTo>
                  <a:pt x="4320" y="7072"/>
                  <a:pt x="3520" y="6272"/>
                  <a:pt x="3520" y="5312"/>
                </a:cubicBezTo>
                <a:lnTo>
                  <a:pt x="3520" y="5312"/>
                </a:lnTo>
                <a:lnTo>
                  <a:pt x="3520" y="5312"/>
                </a:lnTo>
                <a:lnTo>
                  <a:pt x="3520" y="5312"/>
                </a:lnTo>
                <a:lnTo>
                  <a:pt x="3520" y="5312"/>
                </a:lnTo>
                <a:cubicBezTo>
                  <a:pt x="3520" y="6272"/>
                  <a:pt x="2720" y="7072"/>
                  <a:pt x="1760" y="7072"/>
                </a:cubicBezTo>
                <a:cubicBezTo>
                  <a:pt x="800" y="7072"/>
                  <a:pt x="0" y="6272"/>
                  <a:pt x="0" y="5312"/>
                </a:cubicBezTo>
                <a:lnTo>
                  <a:pt x="0" y="5312"/>
                </a:lnTo>
                <a:lnTo>
                  <a:pt x="0" y="5312"/>
                </a:lnTo>
                <a:lnTo>
                  <a:pt x="0" y="5312"/>
                </a:lnTo>
                <a:lnTo>
                  <a:pt x="1248" y="1984"/>
                </a:lnTo>
                <a:lnTo>
                  <a:pt x="12864" y="1984"/>
                </a:lnTo>
                <a:lnTo>
                  <a:pt x="14080" y="5312"/>
                </a:lnTo>
                <a:lnTo>
                  <a:pt x="14080" y="5312"/>
                </a:lnTo>
                <a:close/>
                <a:moveTo>
                  <a:pt x="11872" y="1312"/>
                </a:moveTo>
                <a:lnTo>
                  <a:pt x="2208" y="1312"/>
                </a:lnTo>
                <a:cubicBezTo>
                  <a:pt x="1856" y="1312"/>
                  <a:pt x="1536" y="1024"/>
                  <a:pt x="1536" y="640"/>
                </a:cubicBezTo>
                <a:cubicBezTo>
                  <a:pt x="1536" y="288"/>
                  <a:pt x="1824" y="0"/>
                  <a:pt x="2208" y="0"/>
                </a:cubicBezTo>
                <a:lnTo>
                  <a:pt x="11872" y="0"/>
                </a:lnTo>
                <a:cubicBezTo>
                  <a:pt x="12224" y="0"/>
                  <a:pt x="12544" y="288"/>
                  <a:pt x="12544" y="672"/>
                </a:cubicBezTo>
                <a:cubicBezTo>
                  <a:pt x="12544" y="1024"/>
                  <a:pt x="12256" y="1312"/>
                  <a:pt x="11872" y="1312"/>
                </a:cubicBezTo>
                <a:close/>
                <a:moveTo>
                  <a:pt x="1984" y="7712"/>
                </a:moveTo>
                <a:lnTo>
                  <a:pt x="1984" y="7712"/>
                </a:lnTo>
                <a:cubicBezTo>
                  <a:pt x="2048" y="7712"/>
                  <a:pt x="2112" y="7712"/>
                  <a:pt x="2176" y="7680"/>
                </a:cubicBezTo>
                <a:lnTo>
                  <a:pt x="2208" y="7680"/>
                </a:lnTo>
                <a:cubicBezTo>
                  <a:pt x="2240" y="7680"/>
                  <a:pt x="2272" y="7680"/>
                  <a:pt x="2304" y="7648"/>
                </a:cubicBezTo>
                <a:cubicBezTo>
                  <a:pt x="2432" y="7616"/>
                  <a:pt x="2528" y="7584"/>
                  <a:pt x="2656" y="7552"/>
                </a:cubicBezTo>
                <a:lnTo>
                  <a:pt x="2656" y="7552"/>
                </a:lnTo>
                <a:lnTo>
                  <a:pt x="2656" y="7552"/>
                </a:lnTo>
                <a:lnTo>
                  <a:pt x="2656" y="10816"/>
                </a:lnTo>
                <a:lnTo>
                  <a:pt x="11456" y="10816"/>
                </a:lnTo>
                <a:lnTo>
                  <a:pt x="11456" y="7552"/>
                </a:lnTo>
                <a:lnTo>
                  <a:pt x="11456" y="7552"/>
                </a:lnTo>
                <a:lnTo>
                  <a:pt x="11456" y="7552"/>
                </a:lnTo>
                <a:cubicBezTo>
                  <a:pt x="11584" y="7584"/>
                  <a:pt x="11680" y="7616"/>
                  <a:pt x="11808" y="7648"/>
                </a:cubicBezTo>
                <a:cubicBezTo>
                  <a:pt x="11840" y="7648"/>
                  <a:pt x="11872" y="7648"/>
                  <a:pt x="11904" y="7680"/>
                </a:cubicBezTo>
                <a:lnTo>
                  <a:pt x="11936" y="7680"/>
                </a:lnTo>
                <a:cubicBezTo>
                  <a:pt x="12000" y="7680"/>
                  <a:pt x="12064" y="7712"/>
                  <a:pt x="12128" y="7712"/>
                </a:cubicBezTo>
                <a:lnTo>
                  <a:pt x="12128" y="7712"/>
                </a:lnTo>
                <a:lnTo>
                  <a:pt x="12352" y="7712"/>
                </a:lnTo>
                <a:cubicBezTo>
                  <a:pt x="12512" y="7712"/>
                  <a:pt x="12640" y="7712"/>
                  <a:pt x="12800" y="7680"/>
                </a:cubicBezTo>
                <a:lnTo>
                  <a:pt x="12800" y="12128"/>
                </a:lnTo>
                <a:cubicBezTo>
                  <a:pt x="12800" y="12480"/>
                  <a:pt x="12512" y="12800"/>
                  <a:pt x="12128" y="12800"/>
                </a:cubicBezTo>
                <a:lnTo>
                  <a:pt x="1984" y="12800"/>
                </a:lnTo>
                <a:cubicBezTo>
                  <a:pt x="1632" y="12800"/>
                  <a:pt x="1312" y="12512"/>
                  <a:pt x="1312" y="12128"/>
                </a:cubicBezTo>
                <a:lnTo>
                  <a:pt x="1312" y="7680"/>
                </a:lnTo>
                <a:cubicBezTo>
                  <a:pt x="1440" y="7712"/>
                  <a:pt x="1600" y="7712"/>
                  <a:pt x="1760" y="7712"/>
                </a:cubicBezTo>
                <a:lnTo>
                  <a:pt x="1984" y="7712"/>
                </a:lnTo>
                <a:close/>
                <a:moveTo>
                  <a:pt x="1984" y="771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iconfont-1027-797105"/>
          <p:cNvSpPr>
            <a:spLocks noChangeAspect="1"/>
          </p:cNvSpPr>
          <p:nvPr/>
        </p:nvSpPr>
        <p:spPr bwMode="auto">
          <a:xfrm>
            <a:off x="8914812" y="1761880"/>
            <a:ext cx="446427" cy="357224"/>
          </a:xfrm>
          <a:custGeom>
            <a:avLst/>
            <a:gdLst>
              <a:gd name="T0" fmla="*/ 10893 w 11166"/>
              <a:gd name="T1" fmla="*/ 274 h 8934"/>
              <a:gd name="T2" fmla="*/ 931 w 11166"/>
              <a:gd name="T3" fmla="*/ 0 h 8934"/>
              <a:gd name="T4" fmla="*/ 0 w 11166"/>
              <a:gd name="T5" fmla="*/ 931 h 8934"/>
              <a:gd name="T6" fmla="*/ 274 w 11166"/>
              <a:gd name="T7" fmla="*/ 8660 h 8934"/>
              <a:gd name="T8" fmla="*/ 10236 w 11166"/>
              <a:gd name="T9" fmla="*/ 8934 h 8934"/>
              <a:gd name="T10" fmla="*/ 11166 w 11166"/>
              <a:gd name="T11" fmla="*/ 8003 h 8934"/>
              <a:gd name="T12" fmla="*/ 1057 w 11166"/>
              <a:gd name="T13" fmla="*/ 4202 h 8934"/>
              <a:gd name="T14" fmla="*/ 1911 w 11166"/>
              <a:gd name="T15" fmla="*/ 4165 h 8934"/>
              <a:gd name="T16" fmla="*/ 2312 w 11166"/>
              <a:gd name="T17" fmla="*/ 3872 h 8934"/>
              <a:gd name="T18" fmla="*/ 2723 w 11166"/>
              <a:gd name="T19" fmla="*/ 3405 h 8934"/>
              <a:gd name="T20" fmla="*/ 3265 w 11166"/>
              <a:gd name="T21" fmla="*/ 2980 h 8934"/>
              <a:gd name="T22" fmla="*/ 3907 w 11166"/>
              <a:gd name="T23" fmla="*/ 4344 h 8934"/>
              <a:gd name="T24" fmla="*/ 4681 w 11166"/>
              <a:gd name="T25" fmla="*/ 2112 h 8934"/>
              <a:gd name="T26" fmla="*/ 5011 w 11166"/>
              <a:gd name="T27" fmla="*/ 1149 h 8934"/>
              <a:gd name="T28" fmla="*/ 5219 w 11166"/>
              <a:gd name="T29" fmla="*/ 677 h 8934"/>
              <a:gd name="T30" fmla="*/ 5681 w 11166"/>
              <a:gd name="T31" fmla="*/ 649 h 8934"/>
              <a:gd name="T32" fmla="*/ 5889 w 11166"/>
              <a:gd name="T33" fmla="*/ 1239 h 8934"/>
              <a:gd name="T34" fmla="*/ 6063 w 11166"/>
              <a:gd name="T35" fmla="*/ 2669 h 8934"/>
              <a:gd name="T36" fmla="*/ 6455 w 11166"/>
              <a:gd name="T37" fmla="*/ 6005 h 8934"/>
              <a:gd name="T38" fmla="*/ 6969 w 11166"/>
              <a:gd name="T39" fmla="*/ 4301 h 8934"/>
              <a:gd name="T40" fmla="*/ 7201 w 11166"/>
              <a:gd name="T41" fmla="*/ 3551 h 8934"/>
              <a:gd name="T42" fmla="*/ 7371 w 11166"/>
              <a:gd name="T43" fmla="*/ 3155 h 8934"/>
              <a:gd name="T44" fmla="*/ 7875 w 11166"/>
              <a:gd name="T45" fmla="*/ 3112 h 8934"/>
              <a:gd name="T46" fmla="*/ 7965 w 11166"/>
              <a:gd name="T47" fmla="*/ 3532 h 8934"/>
              <a:gd name="T48" fmla="*/ 8295 w 11166"/>
              <a:gd name="T49" fmla="*/ 4523 h 8934"/>
              <a:gd name="T50" fmla="*/ 8418 w 11166"/>
              <a:gd name="T51" fmla="*/ 4287 h 8934"/>
              <a:gd name="T52" fmla="*/ 9003 w 11166"/>
              <a:gd name="T53" fmla="*/ 4032 h 8934"/>
              <a:gd name="T54" fmla="*/ 9419 w 11166"/>
              <a:gd name="T55" fmla="*/ 4042 h 8934"/>
              <a:gd name="T56" fmla="*/ 9645 w 11166"/>
              <a:gd name="T57" fmla="*/ 4759 h 8934"/>
              <a:gd name="T58" fmla="*/ 9286 w 11166"/>
              <a:gd name="T59" fmla="*/ 4769 h 8934"/>
              <a:gd name="T60" fmla="*/ 8881 w 11166"/>
              <a:gd name="T61" fmla="*/ 4995 h 8934"/>
              <a:gd name="T62" fmla="*/ 8579 w 11166"/>
              <a:gd name="T63" fmla="*/ 5731 h 8934"/>
              <a:gd name="T64" fmla="*/ 8281 w 11166"/>
              <a:gd name="T65" fmla="*/ 5915 h 8934"/>
              <a:gd name="T66" fmla="*/ 8003 w 11166"/>
              <a:gd name="T67" fmla="*/ 5750 h 8934"/>
              <a:gd name="T68" fmla="*/ 7776 w 11166"/>
              <a:gd name="T69" fmla="*/ 5184 h 8934"/>
              <a:gd name="T70" fmla="*/ 7163 w 11166"/>
              <a:gd name="T71" fmla="*/ 6203 h 8934"/>
              <a:gd name="T72" fmla="*/ 6837 w 11166"/>
              <a:gd name="T73" fmla="*/ 7265 h 8934"/>
              <a:gd name="T74" fmla="*/ 6663 w 11166"/>
              <a:gd name="T75" fmla="*/ 7874 h 8934"/>
              <a:gd name="T76" fmla="*/ 6163 w 11166"/>
              <a:gd name="T77" fmla="*/ 8355 h 8934"/>
              <a:gd name="T78" fmla="*/ 5776 w 11166"/>
              <a:gd name="T79" fmla="*/ 7836 h 8934"/>
              <a:gd name="T80" fmla="*/ 5691 w 11166"/>
              <a:gd name="T81" fmla="*/ 6921 h 8934"/>
              <a:gd name="T82" fmla="*/ 5521 w 11166"/>
              <a:gd name="T83" fmla="*/ 5137 h 8934"/>
              <a:gd name="T84" fmla="*/ 4804 w 11166"/>
              <a:gd name="T85" fmla="*/ 4013 h 8934"/>
              <a:gd name="T86" fmla="*/ 4468 w 11166"/>
              <a:gd name="T87" fmla="*/ 4995 h 8934"/>
              <a:gd name="T88" fmla="*/ 4294 w 11166"/>
              <a:gd name="T89" fmla="*/ 5514 h 8934"/>
              <a:gd name="T90" fmla="*/ 3916 w 11166"/>
              <a:gd name="T91" fmla="*/ 5835 h 8934"/>
              <a:gd name="T92" fmla="*/ 3529 w 11166"/>
              <a:gd name="T93" fmla="*/ 5448 h 8934"/>
              <a:gd name="T94" fmla="*/ 3265 w 11166"/>
              <a:gd name="T95" fmla="*/ 4712 h 8934"/>
              <a:gd name="T96" fmla="*/ 2907 w 11166"/>
              <a:gd name="T97" fmla="*/ 4297 h 8934"/>
              <a:gd name="T98" fmla="*/ 2614 w 11166"/>
              <a:gd name="T99" fmla="*/ 4636 h 8934"/>
              <a:gd name="T100" fmla="*/ 2019 w 11166"/>
              <a:gd name="T101" fmla="*/ 4929 h 8934"/>
              <a:gd name="T102" fmla="*/ 1453 w 11166"/>
              <a:gd name="T103" fmla="*/ 4929 h 8934"/>
              <a:gd name="T104" fmla="*/ 1057 w 11166"/>
              <a:gd name="T105" fmla="*/ 4202 h 8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166" h="8934">
                <a:moveTo>
                  <a:pt x="11166" y="931"/>
                </a:moveTo>
                <a:cubicBezTo>
                  <a:pt x="11166" y="675"/>
                  <a:pt x="11074" y="454"/>
                  <a:pt x="10893" y="274"/>
                </a:cubicBezTo>
                <a:cubicBezTo>
                  <a:pt x="10713" y="93"/>
                  <a:pt x="10492" y="0"/>
                  <a:pt x="10236" y="0"/>
                </a:cubicBezTo>
                <a:lnTo>
                  <a:pt x="931" y="0"/>
                </a:lnTo>
                <a:cubicBezTo>
                  <a:pt x="675" y="0"/>
                  <a:pt x="454" y="93"/>
                  <a:pt x="274" y="274"/>
                </a:cubicBezTo>
                <a:cubicBezTo>
                  <a:pt x="93" y="454"/>
                  <a:pt x="0" y="675"/>
                  <a:pt x="0" y="931"/>
                </a:cubicBezTo>
                <a:lnTo>
                  <a:pt x="0" y="8003"/>
                </a:lnTo>
                <a:cubicBezTo>
                  <a:pt x="0" y="8259"/>
                  <a:pt x="93" y="8480"/>
                  <a:pt x="274" y="8660"/>
                </a:cubicBezTo>
                <a:cubicBezTo>
                  <a:pt x="454" y="8840"/>
                  <a:pt x="675" y="8934"/>
                  <a:pt x="931" y="8934"/>
                </a:cubicBezTo>
                <a:lnTo>
                  <a:pt x="10236" y="8934"/>
                </a:lnTo>
                <a:cubicBezTo>
                  <a:pt x="10492" y="8934"/>
                  <a:pt x="10713" y="8840"/>
                  <a:pt x="10893" y="8660"/>
                </a:cubicBezTo>
                <a:cubicBezTo>
                  <a:pt x="11074" y="8480"/>
                  <a:pt x="11166" y="8259"/>
                  <a:pt x="11166" y="8003"/>
                </a:cubicBezTo>
                <a:lnTo>
                  <a:pt x="11166" y="931"/>
                </a:lnTo>
                <a:close/>
                <a:moveTo>
                  <a:pt x="1057" y="4202"/>
                </a:moveTo>
                <a:lnTo>
                  <a:pt x="1576" y="4202"/>
                </a:lnTo>
                <a:cubicBezTo>
                  <a:pt x="1714" y="4202"/>
                  <a:pt x="1826" y="4190"/>
                  <a:pt x="1911" y="4165"/>
                </a:cubicBezTo>
                <a:cubicBezTo>
                  <a:pt x="1996" y="4139"/>
                  <a:pt x="2079" y="4092"/>
                  <a:pt x="2161" y="4023"/>
                </a:cubicBezTo>
                <a:lnTo>
                  <a:pt x="2312" y="3872"/>
                </a:lnTo>
                <a:cubicBezTo>
                  <a:pt x="2375" y="3809"/>
                  <a:pt x="2441" y="3737"/>
                  <a:pt x="2510" y="3655"/>
                </a:cubicBezTo>
                <a:cubicBezTo>
                  <a:pt x="2579" y="3573"/>
                  <a:pt x="2650" y="3490"/>
                  <a:pt x="2723" y="3405"/>
                </a:cubicBezTo>
                <a:cubicBezTo>
                  <a:pt x="2795" y="3320"/>
                  <a:pt x="2863" y="3240"/>
                  <a:pt x="2925" y="3164"/>
                </a:cubicBezTo>
                <a:cubicBezTo>
                  <a:pt x="3051" y="3007"/>
                  <a:pt x="3164" y="2945"/>
                  <a:pt x="3265" y="2980"/>
                </a:cubicBezTo>
                <a:cubicBezTo>
                  <a:pt x="3366" y="3015"/>
                  <a:pt x="3441" y="3089"/>
                  <a:pt x="3492" y="3202"/>
                </a:cubicBezTo>
                <a:lnTo>
                  <a:pt x="3907" y="4344"/>
                </a:lnTo>
                <a:cubicBezTo>
                  <a:pt x="4121" y="3746"/>
                  <a:pt x="4310" y="3205"/>
                  <a:pt x="4473" y="2721"/>
                </a:cubicBezTo>
                <a:cubicBezTo>
                  <a:pt x="4542" y="2513"/>
                  <a:pt x="4612" y="2310"/>
                  <a:pt x="4681" y="2112"/>
                </a:cubicBezTo>
                <a:cubicBezTo>
                  <a:pt x="4750" y="1913"/>
                  <a:pt x="4813" y="1731"/>
                  <a:pt x="4870" y="1564"/>
                </a:cubicBezTo>
                <a:cubicBezTo>
                  <a:pt x="4926" y="1398"/>
                  <a:pt x="4973" y="1259"/>
                  <a:pt x="5011" y="1149"/>
                </a:cubicBezTo>
                <a:cubicBezTo>
                  <a:pt x="5049" y="1039"/>
                  <a:pt x="5071" y="968"/>
                  <a:pt x="5077" y="937"/>
                </a:cubicBezTo>
                <a:cubicBezTo>
                  <a:pt x="5109" y="830"/>
                  <a:pt x="5156" y="743"/>
                  <a:pt x="5219" y="677"/>
                </a:cubicBezTo>
                <a:cubicBezTo>
                  <a:pt x="5282" y="611"/>
                  <a:pt x="5351" y="578"/>
                  <a:pt x="5426" y="578"/>
                </a:cubicBezTo>
                <a:cubicBezTo>
                  <a:pt x="5508" y="578"/>
                  <a:pt x="5593" y="602"/>
                  <a:pt x="5681" y="649"/>
                </a:cubicBezTo>
                <a:cubicBezTo>
                  <a:pt x="5769" y="696"/>
                  <a:pt x="5826" y="792"/>
                  <a:pt x="5851" y="937"/>
                </a:cubicBezTo>
                <a:cubicBezTo>
                  <a:pt x="5858" y="975"/>
                  <a:pt x="5870" y="1075"/>
                  <a:pt x="5889" y="1239"/>
                </a:cubicBezTo>
                <a:cubicBezTo>
                  <a:pt x="5908" y="1402"/>
                  <a:pt x="5933" y="1607"/>
                  <a:pt x="5964" y="1852"/>
                </a:cubicBezTo>
                <a:cubicBezTo>
                  <a:pt x="5996" y="2098"/>
                  <a:pt x="6029" y="2370"/>
                  <a:pt x="6063" y="2669"/>
                </a:cubicBezTo>
                <a:cubicBezTo>
                  <a:pt x="6098" y="2967"/>
                  <a:pt x="6134" y="3271"/>
                  <a:pt x="6172" y="3579"/>
                </a:cubicBezTo>
                <a:cubicBezTo>
                  <a:pt x="6254" y="4303"/>
                  <a:pt x="6348" y="5111"/>
                  <a:pt x="6455" y="6005"/>
                </a:cubicBezTo>
                <a:cubicBezTo>
                  <a:pt x="6594" y="5552"/>
                  <a:pt x="6719" y="5140"/>
                  <a:pt x="6833" y="4769"/>
                </a:cubicBezTo>
                <a:cubicBezTo>
                  <a:pt x="6877" y="4611"/>
                  <a:pt x="6922" y="4455"/>
                  <a:pt x="6969" y="4301"/>
                </a:cubicBezTo>
                <a:cubicBezTo>
                  <a:pt x="7017" y="4147"/>
                  <a:pt x="7061" y="4006"/>
                  <a:pt x="7102" y="3877"/>
                </a:cubicBezTo>
                <a:cubicBezTo>
                  <a:pt x="7142" y="3748"/>
                  <a:pt x="7176" y="3639"/>
                  <a:pt x="7201" y="3551"/>
                </a:cubicBezTo>
                <a:cubicBezTo>
                  <a:pt x="7226" y="3463"/>
                  <a:pt x="7245" y="3406"/>
                  <a:pt x="7257" y="3381"/>
                </a:cubicBezTo>
                <a:cubicBezTo>
                  <a:pt x="7289" y="3281"/>
                  <a:pt x="7327" y="3205"/>
                  <a:pt x="7371" y="3155"/>
                </a:cubicBezTo>
                <a:cubicBezTo>
                  <a:pt x="7415" y="3104"/>
                  <a:pt x="7474" y="3070"/>
                  <a:pt x="7550" y="3051"/>
                </a:cubicBezTo>
                <a:cubicBezTo>
                  <a:pt x="7695" y="3013"/>
                  <a:pt x="7803" y="3033"/>
                  <a:pt x="7875" y="3112"/>
                </a:cubicBezTo>
                <a:cubicBezTo>
                  <a:pt x="7948" y="3191"/>
                  <a:pt x="7984" y="3271"/>
                  <a:pt x="7984" y="3353"/>
                </a:cubicBezTo>
                <a:cubicBezTo>
                  <a:pt x="7984" y="3422"/>
                  <a:pt x="7978" y="3482"/>
                  <a:pt x="7965" y="3532"/>
                </a:cubicBezTo>
                <a:cubicBezTo>
                  <a:pt x="7959" y="3557"/>
                  <a:pt x="7956" y="3579"/>
                  <a:pt x="7956" y="3598"/>
                </a:cubicBezTo>
                <a:lnTo>
                  <a:pt x="8295" y="4523"/>
                </a:lnTo>
                <a:cubicBezTo>
                  <a:pt x="8302" y="4517"/>
                  <a:pt x="8311" y="4504"/>
                  <a:pt x="8324" y="4485"/>
                </a:cubicBezTo>
                <a:cubicBezTo>
                  <a:pt x="8343" y="4454"/>
                  <a:pt x="8374" y="4388"/>
                  <a:pt x="8418" y="4287"/>
                </a:cubicBezTo>
                <a:cubicBezTo>
                  <a:pt x="8469" y="4180"/>
                  <a:pt x="8552" y="4109"/>
                  <a:pt x="8668" y="4075"/>
                </a:cubicBezTo>
                <a:cubicBezTo>
                  <a:pt x="8785" y="4040"/>
                  <a:pt x="8896" y="4026"/>
                  <a:pt x="9003" y="4032"/>
                </a:cubicBezTo>
                <a:cubicBezTo>
                  <a:pt x="9073" y="4039"/>
                  <a:pt x="9142" y="4042"/>
                  <a:pt x="9211" y="4042"/>
                </a:cubicBezTo>
                <a:lnTo>
                  <a:pt x="9419" y="4042"/>
                </a:lnTo>
                <a:lnTo>
                  <a:pt x="9645" y="4042"/>
                </a:lnTo>
                <a:lnTo>
                  <a:pt x="9645" y="4759"/>
                </a:lnTo>
                <a:cubicBezTo>
                  <a:pt x="9607" y="4765"/>
                  <a:pt x="9570" y="4769"/>
                  <a:pt x="9532" y="4769"/>
                </a:cubicBezTo>
                <a:lnTo>
                  <a:pt x="9286" y="4769"/>
                </a:lnTo>
                <a:cubicBezTo>
                  <a:pt x="9198" y="4762"/>
                  <a:pt x="9117" y="4786"/>
                  <a:pt x="9041" y="4839"/>
                </a:cubicBezTo>
                <a:cubicBezTo>
                  <a:pt x="8966" y="4893"/>
                  <a:pt x="8912" y="4944"/>
                  <a:pt x="8881" y="4995"/>
                </a:cubicBezTo>
                <a:cubicBezTo>
                  <a:pt x="8856" y="5045"/>
                  <a:pt x="8811" y="5143"/>
                  <a:pt x="8749" y="5288"/>
                </a:cubicBezTo>
                <a:cubicBezTo>
                  <a:pt x="8686" y="5432"/>
                  <a:pt x="8629" y="5580"/>
                  <a:pt x="8579" y="5731"/>
                </a:cubicBezTo>
                <a:cubicBezTo>
                  <a:pt x="8553" y="5807"/>
                  <a:pt x="8513" y="5857"/>
                  <a:pt x="8456" y="5882"/>
                </a:cubicBezTo>
                <a:cubicBezTo>
                  <a:pt x="8399" y="5907"/>
                  <a:pt x="8341" y="5919"/>
                  <a:pt x="8281" y="5915"/>
                </a:cubicBezTo>
                <a:cubicBezTo>
                  <a:pt x="8222" y="5912"/>
                  <a:pt x="8165" y="5895"/>
                  <a:pt x="8111" y="5863"/>
                </a:cubicBezTo>
                <a:cubicBezTo>
                  <a:pt x="8058" y="5832"/>
                  <a:pt x="8022" y="5794"/>
                  <a:pt x="8003" y="5750"/>
                </a:cubicBezTo>
                <a:cubicBezTo>
                  <a:pt x="7984" y="5706"/>
                  <a:pt x="7953" y="5629"/>
                  <a:pt x="7909" y="5519"/>
                </a:cubicBezTo>
                <a:cubicBezTo>
                  <a:pt x="7865" y="5409"/>
                  <a:pt x="7820" y="5297"/>
                  <a:pt x="7776" y="5184"/>
                </a:cubicBezTo>
                <a:cubicBezTo>
                  <a:pt x="7720" y="5052"/>
                  <a:pt x="7663" y="4910"/>
                  <a:pt x="7606" y="4759"/>
                </a:cubicBezTo>
                <a:cubicBezTo>
                  <a:pt x="7443" y="5281"/>
                  <a:pt x="7295" y="5763"/>
                  <a:pt x="7163" y="6203"/>
                </a:cubicBezTo>
                <a:cubicBezTo>
                  <a:pt x="7106" y="6392"/>
                  <a:pt x="7050" y="6577"/>
                  <a:pt x="6993" y="6760"/>
                </a:cubicBezTo>
                <a:cubicBezTo>
                  <a:pt x="6936" y="6942"/>
                  <a:pt x="6884" y="7111"/>
                  <a:pt x="6837" y="7265"/>
                </a:cubicBezTo>
                <a:cubicBezTo>
                  <a:pt x="6790" y="7419"/>
                  <a:pt x="6751" y="7550"/>
                  <a:pt x="6719" y="7656"/>
                </a:cubicBezTo>
                <a:cubicBezTo>
                  <a:pt x="6688" y="7763"/>
                  <a:pt x="6669" y="7836"/>
                  <a:pt x="6663" y="7874"/>
                </a:cubicBezTo>
                <a:cubicBezTo>
                  <a:pt x="6631" y="8024"/>
                  <a:pt x="6571" y="8144"/>
                  <a:pt x="6483" y="8232"/>
                </a:cubicBezTo>
                <a:cubicBezTo>
                  <a:pt x="6395" y="8320"/>
                  <a:pt x="6288" y="8361"/>
                  <a:pt x="6163" y="8355"/>
                </a:cubicBezTo>
                <a:cubicBezTo>
                  <a:pt x="6030" y="8342"/>
                  <a:pt x="5936" y="8286"/>
                  <a:pt x="5879" y="8185"/>
                </a:cubicBezTo>
                <a:cubicBezTo>
                  <a:pt x="5823" y="8084"/>
                  <a:pt x="5788" y="7968"/>
                  <a:pt x="5776" y="7836"/>
                </a:cubicBezTo>
                <a:cubicBezTo>
                  <a:pt x="5776" y="7804"/>
                  <a:pt x="5768" y="7707"/>
                  <a:pt x="5752" y="7543"/>
                </a:cubicBezTo>
                <a:cubicBezTo>
                  <a:pt x="5736" y="7380"/>
                  <a:pt x="5716" y="7172"/>
                  <a:pt x="5691" y="6921"/>
                </a:cubicBezTo>
                <a:cubicBezTo>
                  <a:pt x="5665" y="6668"/>
                  <a:pt x="5639" y="6389"/>
                  <a:pt x="5610" y="6081"/>
                </a:cubicBezTo>
                <a:cubicBezTo>
                  <a:pt x="5582" y="5772"/>
                  <a:pt x="5552" y="5457"/>
                  <a:pt x="5521" y="5137"/>
                </a:cubicBezTo>
                <a:cubicBezTo>
                  <a:pt x="5451" y="4388"/>
                  <a:pt x="5370" y="3551"/>
                  <a:pt x="5276" y="2626"/>
                </a:cubicBezTo>
                <a:cubicBezTo>
                  <a:pt x="5099" y="3142"/>
                  <a:pt x="4942" y="3605"/>
                  <a:pt x="4804" y="4013"/>
                </a:cubicBezTo>
                <a:cubicBezTo>
                  <a:pt x="4747" y="4190"/>
                  <a:pt x="4689" y="4363"/>
                  <a:pt x="4629" y="4533"/>
                </a:cubicBezTo>
                <a:cubicBezTo>
                  <a:pt x="4569" y="4703"/>
                  <a:pt x="4516" y="4857"/>
                  <a:pt x="4468" y="4995"/>
                </a:cubicBezTo>
                <a:cubicBezTo>
                  <a:pt x="4421" y="5133"/>
                  <a:pt x="4382" y="5250"/>
                  <a:pt x="4351" y="5344"/>
                </a:cubicBezTo>
                <a:lnTo>
                  <a:pt x="4294" y="5514"/>
                </a:lnTo>
                <a:cubicBezTo>
                  <a:pt x="4262" y="5596"/>
                  <a:pt x="4220" y="5671"/>
                  <a:pt x="4166" y="5741"/>
                </a:cubicBezTo>
                <a:cubicBezTo>
                  <a:pt x="4113" y="5810"/>
                  <a:pt x="4030" y="5841"/>
                  <a:pt x="3916" y="5835"/>
                </a:cubicBezTo>
                <a:cubicBezTo>
                  <a:pt x="3803" y="5835"/>
                  <a:pt x="3718" y="5796"/>
                  <a:pt x="3662" y="5717"/>
                </a:cubicBezTo>
                <a:cubicBezTo>
                  <a:pt x="3605" y="5639"/>
                  <a:pt x="3561" y="5549"/>
                  <a:pt x="3529" y="5448"/>
                </a:cubicBezTo>
                <a:cubicBezTo>
                  <a:pt x="3511" y="5398"/>
                  <a:pt x="3476" y="5300"/>
                  <a:pt x="3426" y="5155"/>
                </a:cubicBezTo>
                <a:cubicBezTo>
                  <a:pt x="3375" y="5011"/>
                  <a:pt x="3322" y="4863"/>
                  <a:pt x="3265" y="4712"/>
                </a:cubicBezTo>
                <a:cubicBezTo>
                  <a:pt x="3196" y="4536"/>
                  <a:pt x="3124" y="4341"/>
                  <a:pt x="3048" y="4127"/>
                </a:cubicBezTo>
                <a:cubicBezTo>
                  <a:pt x="3004" y="4183"/>
                  <a:pt x="2957" y="4240"/>
                  <a:pt x="2907" y="4297"/>
                </a:cubicBezTo>
                <a:cubicBezTo>
                  <a:pt x="2863" y="4347"/>
                  <a:pt x="2815" y="4402"/>
                  <a:pt x="2765" y="4462"/>
                </a:cubicBezTo>
                <a:cubicBezTo>
                  <a:pt x="2715" y="4521"/>
                  <a:pt x="2664" y="4580"/>
                  <a:pt x="2614" y="4636"/>
                </a:cubicBezTo>
                <a:cubicBezTo>
                  <a:pt x="2513" y="4756"/>
                  <a:pt x="2419" y="4838"/>
                  <a:pt x="2331" y="4882"/>
                </a:cubicBezTo>
                <a:cubicBezTo>
                  <a:pt x="2243" y="4926"/>
                  <a:pt x="2139" y="4941"/>
                  <a:pt x="2019" y="4929"/>
                </a:cubicBezTo>
                <a:cubicBezTo>
                  <a:pt x="1956" y="4923"/>
                  <a:pt x="1873" y="4921"/>
                  <a:pt x="1769" y="4924"/>
                </a:cubicBezTo>
                <a:cubicBezTo>
                  <a:pt x="1665" y="4927"/>
                  <a:pt x="1560" y="4929"/>
                  <a:pt x="1453" y="4929"/>
                </a:cubicBezTo>
                <a:cubicBezTo>
                  <a:pt x="1334" y="4935"/>
                  <a:pt x="1202" y="4938"/>
                  <a:pt x="1057" y="4938"/>
                </a:cubicBezTo>
                <a:lnTo>
                  <a:pt x="1057" y="4202"/>
                </a:lnTo>
                <a:close/>
                <a:moveTo>
                  <a:pt x="1057" y="420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文本框 26"/>
          <p:cNvSpPr txBox="1"/>
          <p:nvPr/>
        </p:nvSpPr>
        <p:spPr>
          <a:xfrm>
            <a:off x="1355545" y="2859828"/>
            <a:ext cx="35177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commodo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379156" y="2859828"/>
            <a:ext cx="35177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amet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commodo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2196437" cy="430887"/>
            <a:chOff x="514384" y="883622"/>
            <a:chExt cx="219643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3.1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7331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相关理论概述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分析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0957" y="6088558"/>
            <a:ext cx="4263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 ANALYSIS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4249489" y="1419736"/>
            <a:ext cx="2083573" cy="3987567"/>
            <a:chOff x="5881079" y="1581584"/>
            <a:chExt cx="2083573" cy="3987567"/>
          </a:xfrm>
        </p:grpSpPr>
        <p:grpSp>
          <p:nvGrpSpPr>
            <p:cNvPr id="17" name="组合 16"/>
            <p:cNvGrpSpPr/>
            <p:nvPr/>
          </p:nvGrpSpPr>
          <p:grpSpPr>
            <a:xfrm>
              <a:off x="7517288" y="1581584"/>
              <a:ext cx="447364" cy="447364"/>
              <a:chOff x="6800850" y="1381903"/>
              <a:chExt cx="808755" cy="80875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800850" y="1381903"/>
                <a:ext cx="808755" cy="8087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30" name="iconfont-11180-4674648"/>
              <p:cNvSpPr>
                <a:spLocks noChangeAspect="1"/>
              </p:cNvSpPr>
              <p:nvPr/>
            </p:nvSpPr>
            <p:spPr bwMode="auto">
              <a:xfrm>
                <a:off x="7000531" y="1581584"/>
                <a:ext cx="409393" cy="409393"/>
              </a:xfrm>
              <a:custGeom>
                <a:avLst/>
                <a:gdLst>
                  <a:gd name="T0" fmla="*/ 6903 w 13303"/>
                  <a:gd name="T1" fmla="*/ 13303 h 13303"/>
                  <a:gd name="T2" fmla="*/ 990 w 13303"/>
                  <a:gd name="T3" fmla="*/ 9352 h 13303"/>
                  <a:gd name="T4" fmla="*/ 2378 w 13303"/>
                  <a:gd name="T5" fmla="*/ 2378 h 13303"/>
                  <a:gd name="T6" fmla="*/ 9352 w 13303"/>
                  <a:gd name="T7" fmla="*/ 990 h 13303"/>
                  <a:gd name="T8" fmla="*/ 13303 w 13303"/>
                  <a:gd name="T9" fmla="*/ 6903 h 13303"/>
                  <a:gd name="T10" fmla="*/ 11428 w 13303"/>
                  <a:gd name="T11" fmla="*/ 11428 h 13303"/>
                  <a:gd name="T12" fmla="*/ 6903 w 13303"/>
                  <a:gd name="T13" fmla="*/ 13303 h 13303"/>
                  <a:gd name="T14" fmla="*/ 10243 w 13303"/>
                  <a:gd name="T15" fmla="*/ 4852 h 13303"/>
                  <a:gd name="T16" fmla="*/ 9597 w 13303"/>
                  <a:gd name="T17" fmla="*/ 4852 h 13303"/>
                  <a:gd name="T18" fmla="*/ 6041 w 13303"/>
                  <a:gd name="T19" fmla="*/ 8405 h 13303"/>
                  <a:gd name="T20" fmla="*/ 4209 w 13303"/>
                  <a:gd name="T21" fmla="*/ 6574 h 13303"/>
                  <a:gd name="T22" fmla="*/ 3572 w 13303"/>
                  <a:gd name="T23" fmla="*/ 6583 h 13303"/>
                  <a:gd name="T24" fmla="*/ 3563 w 13303"/>
                  <a:gd name="T25" fmla="*/ 7220 h 13303"/>
                  <a:gd name="T26" fmla="*/ 5718 w 13303"/>
                  <a:gd name="T27" fmla="*/ 9378 h 13303"/>
                  <a:gd name="T28" fmla="*/ 6364 w 13303"/>
                  <a:gd name="T29" fmla="*/ 9378 h 13303"/>
                  <a:gd name="T30" fmla="*/ 10243 w 13303"/>
                  <a:gd name="T31" fmla="*/ 5498 h 13303"/>
                  <a:gd name="T32" fmla="*/ 10243 w 13303"/>
                  <a:gd name="T33" fmla="*/ 4852 h 13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303" h="13303">
                    <a:moveTo>
                      <a:pt x="6903" y="13303"/>
                    </a:moveTo>
                    <a:cubicBezTo>
                      <a:pt x="4314" y="13303"/>
                      <a:pt x="1981" y="11744"/>
                      <a:pt x="990" y="9352"/>
                    </a:cubicBezTo>
                    <a:cubicBezTo>
                      <a:pt x="0" y="6961"/>
                      <a:pt x="547" y="4208"/>
                      <a:pt x="2378" y="2378"/>
                    </a:cubicBezTo>
                    <a:cubicBezTo>
                      <a:pt x="4208" y="547"/>
                      <a:pt x="6961" y="0"/>
                      <a:pt x="9352" y="990"/>
                    </a:cubicBezTo>
                    <a:cubicBezTo>
                      <a:pt x="11744" y="1981"/>
                      <a:pt x="13303" y="4314"/>
                      <a:pt x="13303" y="6903"/>
                    </a:cubicBezTo>
                    <a:cubicBezTo>
                      <a:pt x="13303" y="8600"/>
                      <a:pt x="12629" y="10228"/>
                      <a:pt x="11428" y="11428"/>
                    </a:cubicBezTo>
                    <a:cubicBezTo>
                      <a:pt x="10228" y="12629"/>
                      <a:pt x="8600" y="13303"/>
                      <a:pt x="6903" y="13303"/>
                    </a:cubicBezTo>
                    <a:close/>
                    <a:moveTo>
                      <a:pt x="10243" y="4852"/>
                    </a:moveTo>
                    <a:cubicBezTo>
                      <a:pt x="10065" y="4672"/>
                      <a:pt x="9775" y="4672"/>
                      <a:pt x="9597" y="4852"/>
                    </a:cubicBezTo>
                    <a:lnTo>
                      <a:pt x="6041" y="8405"/>
                    </a:lnTo>
                    <a:lnTo>
                      <a:pt x="4209" y="6574"/>
                    </a:lnTo>
                    <a:cubicBezTo>
                      <a:pt x="4029" y="6404"/>
                      <a:pt x="3747" y="6408"/>
                      <a:pt x="3572" y="6583"/>
                    </a:cubicBezTo>
                    <a:cubicBezTo>
                      <a:pt x="3397" y="6758"/>
                      <a:pt x="3393" y="7040"/>
                      <a:pt x="3563" y="7220"/>
                    </a:cubicBezTo>
                    <a:lnTo>
                      <a:pt x="5718" y="9378"/>
                    </a:lnTo>
                    <a:cubicBezTo>
                      <a:pt x="5897" y="9554"/>
                      <a:pt x="6185" y="9554"/>
                      <a:pt x="6364" y="9378"/>
                    </a:cubicBezTo>
                    <a:lnTo>
                      <a:pt x="10243" y="5498"/>
                    </a:lnTo>
                    <a:cubicBezTo>
                      <a:pt x="10421" y="5320"/>
                      <a:pt x="10421" y="5030"/>
                      <a:pt x="10243" y="48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grpSp>
          <p:nvGrpSpPr>
            <p:cNvPr id="18" name="组合 17"/>
            <p:cNvGrpSpPr/>
            <p:nvPr/>
          </p:nvGrpSpPr>
          <p:grpSpPr>
            <a:xfrm>
              <a:off x="7517288" y="5121787"/>
              <a:ext cx="447364" cy="447364"/>
              <a:chOff x="6800850" y="4922106"/>
              <a:chExt cx="808755" cy="808755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6800850" y="4922106"/>
                <a:ext cx="808755" cy="8087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28" name="live-chat_72439"/>
              <p:cNvSpPr>
                <a:spLocks noChangeAspect="1"/>
              </p:cNvSpPr>
              <p:nvPr/>
            </p:nvSpPr>
            <p:spPr bwMode="auto">
              <a:xfrm>
                <a:off x="7000531" y="5147795"/>
                <a:ext cx="409393" cy="357377"/>
              </a:xfrm>
              <a:custGeom>
                <a:avLst/>
                <a:gdLst>
                  <a:gd name="connsiteX0" fmla="*/ 424975 w 608697"/>
                  <a:gd name="connsiteY0" fmla="*/ 168488 h 531358"/>
                  <a:gd name="connsiteX1" fmla="*/ 387604 w 608697"/>
                  <a:gd name="connsiteY1" fmla="*/ 205806 h 531358"/>
                  <a:gd name="connsiteX2" fmla="*/ 424975 w 608697"/>
                  <a:gd name="connsiteY2" fmla="*/ 243124 h 531358"/>
                  <a:gd name="connsiteX3" fmla="*/ 462346 w 608697"/>
                  <a:gd name="connsiteY3" fmla="*/ 205806 h 531358"/>
                  <a:gd name="connsiteX4" fmla="*/ 424975 w 608697"/>
                  <a:gd name="connsiteY4" fmla="*/ 168488 h 531358"/>
                  <a:gd name="connsiteX5" fmla="*/ 287947 w 608697"/>
                  <a:gd name="connsiteY5" fmla="*/ 168488 h 531358"/>
                  <a:gd name="connsiteX6" fmla="*/ 250576 w 608697"/>
                  <a:gd name="connsiteY6" fmla="*/ 205806 h 531358"/>
                  <a:gd name="connsiteX7" fmla="*/ 287947 w 608697"/>
                  <a:gd name="connsiteY7" fmla="*/ 243124 h 531358"/>
                  <a:gd name="connsiteX8" fmla="*/ 325318 w 608697"/>
                  <a:gd name="connsiteY8" fmla="*/ 205806 h 531358"/>
                  <a:gd name="connsiteX9" fmla="*/ 287947 w 608697"/>
                  <a:gd name="connsiteY9" fmla="*/ 168488 h 531358"/>
                  <a:gd name="connsiteX10" fmla="*/ 102356 w 608697"/>
                  <a:gd name="connsiteY10" fmla="*/ 121231 h 531358"/>
                  <a:gd name="connsiteX11" fmla="*/ 98850 w 608697"/>
                  <a:gd name="connsiteY11" fmla="*/ 127711 h 531358"/>
                  <a:gd name="connsiteX12" fmla="*/ 76842 w 608697"/>
                  <a:gd name="connsiteY12" fmla="*/ 217990 h 531358"/>
                  <a:gd name="connsiteX13" fmla="*/ 98850 w 608697"/>
                  <a:gd name="connsiteY13" fmla="*/ 308194 h 531358"/>
                  <a:gd name="connsiteX14" fmla="*/ 157488 w 608697"/>
                  <a:gd name="connsiteY14" fmla="*/ 380223 h 531358"/>
                  <a:gd name="connsiteX15" fmla="*/ 344668 w 608697"/>
                  <a:gd name="connsiteY15" fmla="*/ 444729 h 531358"/>
                  <a:gd name="connsiteX16" fmla="*/ 370257 w 608697"/>
                  <a:gd name="connsiteY16" fmla="*/ 443687 h 531358"/>
                  <a:gd name="connsiteX17" fmla="*/ 236717 w 608697"/>
                  <a:gd name="connsiteY17" fmla="*/ 477876 h 531358"/>
                  <a:gd name="connsiteX18" fmla="*/ 198072 w 608697"/>
                  <a:gd name="connsiteY18" fmla="*/ 475344 h 531358"/>
                  <a:gd name="connsiteX19" fmla="*/ 82437 w 608697"/>
                  <a:gd name="connsiteY19" fmla="*/ 531284 h 531358"/>
                  <a:gd name="connsiteX20" fmla="*/ 81542 w 608697"/>
                  <a:gd name="connsiteY20" fmla="*/ 531358 h 531358"/>
                  <a:gd name="connsiteX21" fmla="*/ 75051 w 608697"/>
                  <a:gd name="connsiteY21" fmla="*/ 527857 h 531358"/>
                  <a:gd name="connsiteX22" fmla="*/ 74753 w 608697"/>
                  <a:gd name="connsiteY22" fmla="*/ 519738 h 531358"/>
                  <a:gd name="connsiteX23" fmla="*/ 88778 w 608697"/>
                  <a:gd name="connsiteY23" fmla="*/ 435046 h 531358"/>
                  <a:gd name="connsiteX24" fmla="*/ 0 w 608697"/>
                  <a:gd name="connsiteY24" fmla="*/ 282198 h 531358"/>
                  <a:gd name="connsiteX25" fmla="*/ 102356 w 608697"/>
                  <a:gd name="connsiteY25" fmla="*/ 121231 h 531358"/>
                  <a:gd name="connsiteX26" fmla="*/ 356424 w 608697"/>
                  <a:gd name="connsiteY26" fmla="*/ 0 h 531358"/>
                  <a:gd name="connsiteX27" fmla="*/ 608697 w 608697"/>
                  <a:gd name="connsiteY27" fmla="*/ 211244 h 531358"/>
                  <a:gd name="connsiteX28" fmla="*/ 518290 w 608697"/>
                  <a:gd name="connsiteY28" fmla="*/ 373401 h 531358"/>
                  <a:gd name="connsiteX29" fmla="*/ 531941 w 608697"/>
                  <a:gd name="connsiteY29" fmla="*/ 441109 h 531358"/>
                  <a:gd name="connsiteX30" fmla="*/ 531120 w 608697"/>
                  <a:gd name="connsiteY30" fmla="*/ 465391 h 531358"/>
                  <a:gd name="connsiteX31" fmla="*/ 511577 w 608697"/>
                  <a:gd name="connsiteY31" fmla="*/ 475894 h 531358"/>
                  <a:gd name="connsiteX32" fmla="*/ 509041 w 608697"/>
                  <a:gd name="connsiteY32" fmla="*/ 475745 h 531358"/>
                  <a:gd name="connsiteX33" fmla="*/ 391408 w 608697"/>
                  <a:gd name="connsiteY33" fmla="*/ 420476 h 531358"/>
                  <a:gd name="connsiteX34" fmla="*/ 356424 w 608697"/>
                  <a:gd name="connsiteY34" fmla="*/ 422487 h 531358"/>
                  <a:gd name="connsiteX35" fmla="*/ 104225 w 608697"/>
                  <a:gd name="connsiteY35" fmla="*/ 211244 h 531358"/>
                  <a:gd name="connsiteX36" fmla="*/ 356424 w 608697"/>
                  <a:gd name="connsiteY36" fmla="*/ 0 h 531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8697" h="531358">
                    <a:moveTo>
                      <a:pt x="424975" y="168488"/>
                    </a:moveTo>
                    <a:cubicBezTo>
                      <a:pt x="404312" y="168488"/>
                      <a:pt x="387604" y="185248"/>
                      <a:pt x="387604" y="205806"/>
                    </a:cubicBezTo>
                    <a:cubicBezTo>
                      <a:pt x="387604" y="226439"/>
                      <a:pt x="404312" y="243124"/>
                      <a:pt x="424975" y="243124"/>
                    </a:cubicBezTo>
                    <a:cubicBezTo>
                      <a:pt x="445562" y="243124"/>
                      <a:pt x="462346" y="226439"/>
                      <a:pt x="462346" y="205806"/>
                    </a:cubicBezTo>
                    <a:cubicBezTo>
                      <a:pt x="462346" y="185248"/>
                      <a:pt x="445637" y="168488"/>
                      <a:pt x="424975" y="168488"/>
                    </a:cubicBezTo>
                    <a:close/>
                    <a:moveTo>
                      <a:pt x="287947" y="168488"/>
                    </a:moveTo>
                    <a:cubicBezTo>
                      <a:pt x="267285" y="168488"/>
                      <a:pt x="250576" y="185248"/>
                      <a:pt x="250576" y="205806"/>
                    </a:cubicBezTo>
                    <a:cubicBezTo>
                      <a:pt x="250576" y="226439"/>
                      <a:pt x="267285" y="243124"/>
                      <a:pt x="287947" y="243124"/>
                    </a:cubicBezTo>
                    <a:cubicBezTo>
                      <a:pt x="308610" y="243124"/>
                      <a:pt x="325318" y="226439"/>
                      <a:pt x="325318" y="205806"/>
                    </a:cubicBezTo>
                    <a:cubicBezTo>
                      <a:pt x="325318" y="185248"/>
                      <a:pt x="308610" y="168488"/>
                      <a:pt x="287947" y="168488"/>
                    </a:cubicBezTo>
                    <a:close/>
                    <a:moveTo>
                      <a:pt x="102356" y="121231"/>
                    </a:moveTo>
                    <a:cubicBezTo>
                      <a:pt x="101162" y="123317"/>
                      <a:pt x="99969" y="125477"/>
                      <a:pt x="98850" y="127711"/>
                    </a:cubicBezTo>
                    <a:cubicBezTo>
                      <a:pt x="84227" y="156240"/>
                      <a:pt x="76842" y="186631"/>
                      <a:pt x="76842" y="217990"/>
                    </a:cubicBezTo>
                    <a:cubicBezTo>
                      <a:pt x="76842" y="249275"/>
                      <a:pt x="84227" y="279666"/>
                      <a:pt x="98850" y="308194"/>
                    </a:cubicBezTo>
                    <a:cubicBezTo>
                      <a:pt x="112726" y="335308"/>
                      <a:pt x="132496" y="359516"/>
                      <a:pt x="157488" y="380223"/>
                    </a:cubicBezTo>
                    <a:cubicBezTo>
                      <a:pt x="207845" y="421787"/>
                      <a:pt x="274317" y="444729"/>
                      <a:pt x="344668" y="444729"/>
                    </a:cubicBezTo>
                    <a:cubicBezTo>
                      <a:pt x="353173" y="444729"/>
                      <a:pt x="361752" y="444357"/>
                      <a:pt x="370257" y="443687"/>
                    </a:cubicBezTo>
                    <a:cubicBezTo>
                      <a:pt x="332209" y="465288"/>
                      <a:pt x="286254" y="477876"/>
                      <a:pt x="236717" y="477876"/>
                    </a:cubicBezTo>
                    <a:cubicBezTo>
                      <a:pt x="223736" y="477876"/>
                      <a:pt x="210755" y="477057"/>
                      <a:pt x="198072" y="475344"/>
                    </a:cubicBezTo>
                    <a:cubicBezTo>
                      <a:pt x="160397" y="499478"/>
                      <a:pt x="110637" y="528155"/>
                      <a:pt x="82437" y="531284"/>
                    </a:cubicBezTo>
                    <a:cubicBezTo>
                      <a:pt x="82138" y="531358"/>
                      <a:pt x="81840" y="531358"/>
                      <a:pt x="81542" y="531358"/>
                    </a:cubicBezTo>
                    <a:cubicBezTo>
                      <a:pt x="78930" y="531358"/>
                      <a:pt x="76469" y="530017"/>
                      <a:pt x="75051" y="527857"/>
                    </a:cubicBezTo>
                    <a:cubicBezTo>
                      <a:pt x="73410" y="525399"/>
                      <a:pt x="73335" y="522271"/>
                      <a:pt x="74753" y="519738"/>
                    </a:cubicBezTo>
                    <a:cubicBezTo>
                      <a:pt x="75051" y="519291"/>
                      <a:pt x="99223" y="476014"/>
                      <a:pt x="88778" y="435046"/>
                    </a:cubicBezTo>
                    <a:cubicBezTo>
                      <a:pt x="32303" y="397653"/>
                      <a:pt x="0" y="342160"/>
                      <a:pt x="0" y="282198"/>
                    </a:cubicBezTo>
                    <a:cubicBezTo>
                      <a:pt x="0" y="215532"/>
                      <a:pt x="40584" y="156538"/>
                      <a:pt x="102356" y="121231"/>
                    </a:cubicBezTo>
                    <a:close/>
                    <a:moveTo>
                      <a:pt x="356424" y="0"/>
                    </a:moveTo>
                    <a:cubicBezTo>
                      <a:pt x="495540" y="0"/>
                      <a:pt x="608697" y="94747"/>
                      <a:pt x="608697" y="211244"/>
                    </a:cubicBezTo>
                    <a:cubicBezTo>
                      <a:pt x="608697" y="274408"/>
                      <a:pt x="575802" y="333178"/>
                      <a:pt x="518290" y="373401"/>
                    </a:cubicBezTo>
                    <a:cubicBezTo>
                      <a:pt x="512845" y="406324"/>
                      <a:pt x="531717" y="440811"/>
                      <a:pt x="531941" y="441109"/>
                    </a:cubicBezTo>
                    <a:cubicBezTo>
                      <a:pt x="536267" y="448781"/>
                      <a:pt x="535969" y="458092"/>
                      <a:pt x="531120" y="465391"/>
                    </a:cubicBezTo>
                    <a:cubicBezTo>
                      <a:pt x="526794" y="472021"/>
                      <a:pt x="519484" y="475894"/>
                      <a:pt x="511577" y="475894"/>
                    </a:cubicBezTo>
                    <a:cubicBezTo>
                      <a:pt x="510756" y="475894"/>
                      <a:pt x="509936" y="475894"/>
                      <a:pt x="509041" y="475745"/>
                    </a:cubicBezTo>
                    <a:cubicBezTo>
                      <a:pt x="484574" y="473064"/>
                      <a:pt x="444966" y="454442"/>
                      <a:pt x="391408" y="420476"/>
                    </a:cubicBezTo>
                    <a:cubicBezTo>
                      <a:pt x="379920" y="421817"/>
                      <a:pt x="368135" y="422487"/>
                      <a:pt x="356424" y="422487"/>
                    </a:cubicBezTo>
                    <a:cubicBezTo>
                      <a:pt x="217382" y="422487"/>
                      <a:pt x="104225" y="327741"/>
                      <a:pt x="104225" y="211244"/>
                    </a:cubicBezTo>
                    <a:cubicBezTo>
                      <a:pt x="104225" y="94747"/>
                      <a:pt x="217382" y="0"/>
                      <a:pt x="3564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grpSp>
          <p:nvGrpSpPr>
            <p:cNvPr id="19" name="组合 18"/>
            <p:cNvGrpSpPr/>
            <p:nvPr/>
          </p:nvGrpSpPr>
          <p:grpSpPr>
            <a:xfrm>
              <a:off x="7517288" y="3351686"/>
              <a:ext cx="447364" cy="447364"/>
              <a:chOff x="6800850" y="3077444"/>
              <a:chExt cx="808755" cy="808755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6800850" y="3077444"/>
                <a:ext cx="808755" cy="8087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26" name="iconfont-10585-5147501"/>
              <p:cNvSpPr>
                <a:spLocks noChangeAspect="1"/>
              </p:cNvSpPr>
              <p:nvPr/>
            </p:nvSpPr>
            <p:spPr bwMode="auto">
              <a:xfrm>
                <a:off x="7000530" y="3323449"/>
                <a:ext cx="409394" cy="316744"/>
              </a:xfrm>
              <a:custGeom>
                <a:avLst/>
                <a:gdLst>
                  <a:gd name="T0" fmla="*/ 8851 w 12288"/>
                  <a:gd name="T1" fmla="*/ 2190 h 9507"/>
                  <a:gd name="T2" fmla="*/ 5095 w 12288"/>
                  <a:gd name="T3" fmla="*/ 299 h 9507"/>
                  <a:gd name="T4" fmla="*/ 2323 w 12288"/>
                  <a:gd name="T5" fmla="*/ 3463 h 9507"/>
                  <a:gd name="T6" fmla="*/ 0 w 12288"/>
                  <a:gd name="T7" fmla="*/ 6419 h 9507"/>
                  <a:gd name="T8" fmla="*/ 3072 w 12288"/>
                  <a:gd name="T9" fmla="*/ 9507 h 9507"/>
                  <a:gd name="T10" fmla="*/ 8832 w 12288"/>
                  <a:gd name="T11" fmla="*/ 9507 h 9507"/>
                  <a:gd name="T12" fmla="*/ 12288 w 12288"/>
                  <a:gd name="T13" fmla="*/ 5839 h 9507"/>
                  <a:gd name="T14" fmla="*/ 8851 w 12288"/>
                  <a:gd name="T15" fmla="*/ 2190 h 9507"/>
                  <a:gd name="T16" fmla="*/ 7857 w 12288"/>
                  <a:gd name="T17" fmla="*/ 5994 h 9507"/>
                  <a:gd name="T18" fmla="*/ 7455 w 12288"/>
                  <a:gd name="T19" fmla="*/ 5994 h 9507"/>
                  <a:gd name="T20" fmla="*/ 7253 w 12288"/>
                  <a:gd name="T21" fmla="*/ 6186 h 9507"/>
                  <a:gd name="T22" fmla="*/ 7248 w 12288"/>
                  <a:gd name="T23" fmla="*/ 8151 h 9507"/>
                  <a:gd name="T24" fmla="*/ 6845 w 12288"/>
                  <a:gd name="T25" fmla="*/ 8535 h 9507"/>
                  <a:gd name="T26" fmla="*/ 5441 w 12288"/>
                  <a:gd name="T27" fmla="*/ 8535 h 9507"/>
                  <a:gd name="T28" fmla="*/ 5039 w 12288"/>
                  <a:gd name="T29" fmla="*/ 8151 h 9507"/>
                  <a:gd name="T30" fmla="*/ 5034 w 12288"/>
                  <a:gd name="T31" fmla="*/ 6186 h 9507"/>
                  <a:gd name="T32" fmla="*/ 4832 w 12288"/>
                  <a:gd name="T33" fmla="*/ 5994 h 9507"/>
                  <a:gd name="T34" fmla="*/ 4429 w 12288"/>
                  <a:gd name="T35" fmla="*/ 5994 h 9507"/>
                  <a:gd name="T36" fmla="*/ 4026 w 12288"/>
                  <a:gd name="T37" fmla="*/ 5610 h 9507"/>
                  <a:gd name="T38" fmla="*/ 4104 w 12288"/>
                  <a:gd name="T39" fmla="*/ 5380 h 9507"/>
                  <a:gd name="T40" fmla="*/ 5784 w 12288"/>
                  <a:gd name="T41" fmla="*/ 3442 h 9507"/>
                  <a:gd name="T42" fmla="*/ 6499 w 12288"/>
                  <a:gd name="T43" fmla="*/ 3442 h 9507"/>
                  <a:gd name="T44" fmla="*/ 8180 w 12288"/>
                  <a:gd name="T45" fmla="*/ 5380 h 9507"/>
                  <a:gd name="T46" fmla="*/ 8259 w 12288"/>
                  <a:gd name="T47" fmla="*/ 5610 h 9507"/>
                  <a:gd name="T48" fmla="*/ 7857 w 12288"/>
                  <a:gd name="T49" fmla="*/ 5994 h 9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88" h="9507">
                    <a:moveTo>
                      <a:pt x="8851" y="2190"/>
                    </a:moveTo>
                    <a:cubicBezTo>
                      <a:pt x="8176" y="777"/>
                      <a:pt x="6631" y="0"/>
                      <a:pt x="5095" y="299"/>
                    </a:cubicBezTo>
                    <a:cubicBezTo>
                      <a:pt x="3558" y="599"/>
                      <a:pt x="2418" y="1900"/>
                      <a:pt x="2323" y="3463"/>
                    </a:cubicBezTo>
                    <a:cubicBezTo>
                      <a:pt x="979" y="3847"/>
                      <a:pt x="0" y="5028"/>
                      <a:pt x="0" y="6419"/>
                    </a:cubicBezTo>
                    <a:cubicBezTo>
                      <a:pt x="0" y="8061"/>
                      <a:pt x="1363" y="9410"/>
                      <a:pt x="3072" y="9507"/>
                    </a:cubicBezTo>
                    <a:lnTo>
                      <a:pt x="8832" y="9507"/>
                    </a:lnTo>
                    <a:cubicBezTo>
                      <a:pt x="10732" y="9507"/>
                      <a:pt x="12288" y="7865"/>
                      <a:pt x="12288" y="5839"/>
                    </a:cubicBezTo>
                    <a:cubicBezTo>
                      <a:pt x="12287" y="3889"/>
                      <a:pt x="10770" y="2288"/>
                      <a:pt x="8851" y="2190"/>
                    </a:cubicBezTo>
                    <a:close/>
                    <a:moveTo>
                      <a:pt x="7857" y="5994"/>
                    </a:moveTo>
                    <a:lnTo>
                      <a:pt x="7455" y="5994"/>
                    </a:lnTo>
                    <a:cubicBezTo>
                      <a:pt x="7347" y="5992"/>
                      <a:pt x="7257" y="6077"/>
                      <a:pt x="7253" y="6186"/>
                    </a:cubicBezTo>
                    <a:lnTo>
                      <a:pt x="7248" y="8151"/>
                    </a:lnTo>
                    <a:cubicBezTo>
                      <a:pt x="7243" y="8368"/>
                      <a:pt x="7062" y="8541"/>
                      <a:pt x="6845" y="8535"/>
                    </a:cubicBezTo>
                    <a:lnTo>
                      <a:pt x="5441" y="8535"/>
                    </a:lnTo>
                    <a:cubicBezTo>
                      <a:pt x="5223" y="8541"/>
                      <a:pt x="5043" y="8368"/>
                      <a:pt x="5039" y="8151"/>
                    </a:cubicBezTo>
                    <a:lnTo>
                      <a:pt x="5034" y="6186"/>
                    </a:lnTo>
                    <a:cubicBezTo>
                      <a:pt x="5031" y="6077"/>
                      <a:pt x="4940" y="5991"/>
                      <a:pt x="4832" y="5994"/>
                    </a:cubicBezTo>
                    <a:lnTo>
                      <a:pt x="4429" y="5994"/>
                    </a:lnTo>
                    <a:cubicBezTo>
                      <a:pt x="4212" y="5998"/>
                      <a:pt x="4032" y="5827"/>
                      <a:pt x="4026" y="5610"/>
                    </a:cubicBezTo>
                    <a:cubicBezTo>
                      <a:pt x="4025" y="5527"/>
                      <a:pt x="4053" y="5446"/>
                      <a:pt x="4104" y="5380"/>
                    </a:cubicBezTo>
                    <a:lnTo>
                      <a:pt x="5784" y="3442"/>
                    </a:lnTo>
                    <a:cubicBezTo>
                      <a:pt x="5986" y="3254"/>
                      <a:pt x="6298" y="3254"/>
                      <a:pt x="6499" y="3442"/>
                    </a:cubicBezTo>
                    <a:lnTo>
                      <a:pt x="8180" y="5380"/>
                    </a:lnTo>
                    <a:cubicBezTo>
                      <a:pt x="8231" y="5446"/>
                      <a:pt x="8259" y="5526"/>
                      <a:pt x="8259" y="5610"/>
                    </a:cubicBezTo>
                    <a:cubicBezTo>
                      <a:pt x="8254" y="5827"/>
                      <a:pt x="8074" y="5999"/>
                      <a:pt x="7857" y="599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sp>
          <p:nvSpPr>
            <p:cNvPr id="20" name="iconfont-1014-790368"/>
            <p:cNvSpPr>
              <a:spLocks noChangeAspect="1"/>
            </p:cNvSpPr>
            <p:nvPr/>
          </p:nvSpPr>
          <p:spPr bwMode="auto">
            <a:xfrm>
              <a:off x="5881079" y="3245951"/>
              <a:ext cx="609685" cy="609685"/>
            </a:xfrm>
            <a:custGeom>
              <a:avLst/>
              <a:gdLst>
                <a:gd name="T0" fmla="*/ 6400 w 12800"/>
                <a:gd name="T1" fmla="*/ 0 h 12800"/>
                <a:gd name="T2" fmla="*/ 0 w 12800"/>
                <a:gd name="T3" fmla="*/ 6400 h 12800"/>
                <a:gd name="T4" fmla="*/ 6400 w 12800"/>
                <a:gd name="T5" fmla="*/ 12800 h 12800"/>
                <a:gd name="T6" fmla="*/ 12800 w 12800"/>
                <a:gd name="T7" fmla="*/ 6400 h 12800"/>
                <a:gd name="T8" fmla="*/ 6400 w 12800"/>
                <a:gd name="T9" fmla="*/ 0 h 12800"/>
                <a:gd name="T10" fmla="*/ 6193 w 12800"/>
                <a:gd name="T11" fmla="*/ 10019 h 12800"/>
                <a:gd name="T12" fmla="*/ 5522 w 12800"/>
                <a:gd name="T13" fmla="*/ 9320 h 12800"/>
                <a:gd name="T14" fmla="*/ 6211 w 12800"/>
                <a:gd name="T15" fmla="*/ 8575 h 12800"/>
                <a:gd name="T16" fmla="*/ 6892 w 12800"/>
                <a:gd name="T17" fmla="*/ 9302 h 12800"/>
                <a:gd name="T18" fmla="*/ 6193 w 12800"/>
                <a:gd name="T19" fmla="*/ 10019 h 12800"/>
                <a:gd name="T20" fmla="*/ 7343 w 12800"/>
                <a:gd name="T21" fmla="*/ 6138 h 12800"/>
                <a:gd name="T22" fmla="*/ 6626 w 12800"/>
                <a:gd name="T23" fmla="*/ 7444 h 12800"/>
                <a:gd name="T24" fmla="*/ 6662 w 12800"/>
                <a:gd name="T25" fmla="*/ 7849 h 12800"/>
                <a:gd name="T26" fmla="*/ 5705 w 12800"/>
                <a:gd name="T27" fmla="*/ 7849 h 12800"/>
                <a:gd name="T28" fmla="*/ 5659 w 12800"/>
                <a:gd name="T29" fmla="*/ 7352 h 12800"/>
                <a:gd name="T30" fmla="*/ 6487 w 12800"/>
                <a:gd name="T31" fmla="*/ 5798 h 12800"/>
                <a:gd name="T32" fmla="*/ 7416 w 12800"/>
                <a:gd name="T33" fmla="*/ 4464 h 12800"/>
                <a:gd name="T34" fmla="*/ 6074 w 12800"/>
                <a:gd name="T35" fmla="*/ 3627 h 12800"/>
                <a:gd name="T36" fmla="*/ 4602 w 12800"/>
                <a:gd name="T37" fmla="*/ 3977 h 12800"/>
                <a:gd name="T38" fmla="*/ 4289 w 12800"/>
                <a:gd name="T39" fmla="*/ 3222 h 12800"/>
                <a:gd name="T40" fmla="*/ 6220 w 12800"/>
                <a:gd name="T41" fmla="*/ 2781 h 12800"/>
                <a:gd name="T42" fmla="*/ 8511 w 12800"/>
                <a:gd name="T43" fmla="*/ 4335 h 12800"/>
                <a:gd name="T44" fmla="*/ 7343 w 12800"/>
                <a:gd name="T45" fmla="*/ 6138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00" h="12800">
                  <a:moveTo>
                    <a:pt x="6400" y="0"/>
                  </a:move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ubicBezTo>
                    <a:pt x="12800" y="2865"/>
                    <a:pt x="9935" y="0"/>
                    <a:pt x="6400" y="0"/>
                  </a:cubicBezTo>
                  <a:close/>
                  <a:moveTo>
                    <a:pt x="6193" y="10019"/>
                  </a:moveTo>
                  <a:cubicBezTo>
                    <a:pt x="5806" y="10019"/>
                    <a:pt x="5522" y="9716"/>
                    <a:pt x="5522" y="9320"/>
                  </a:cubicBezTo>
                  <a:cubicBezTo>
                    <a:pt x="5522" y="8824"/>
                    <a:pt x="5853" y="8575"/>
                    <a:pt x="6211" y="8575"/>
                  </a:cubicBezTo>
                  <a:cubicBezTo>
                    <a:pt x="6616" y="8575"/>
                    <a:pt x="6892" y="8879"/>
                    <a:pt x="6892" y="9302"/>
                  </a:cubicBezTo>
                  <a:cubicBezTo>
                    <a:pt x="6892" y="9679"/>
                    <a:pt x="6653" y="10019"/>
                    <a:pt x="6193" y="10019"/>
                  </a:cubicBezTo>
                  <a:close/>
                  <a:moveTo>
                    <a:pt x="7343" y="6138"/>
                  </a:moveTo>
                  <a:cubicBezTo>
                    <a:pt x="6846" y="6580"/>
                    <a:pt x="6626" y="6975"/>
                    <a:pt x="6626" y="7444"/>
                  </a:cubicBezTo>
                  <a:cubicBezTo>
                    <a:pt x="6626" y="7527"/>
                    <a:pt x="6626" y="7554"/>
                    <a:pt x="6662" y="7849"/>
                  </a:cubicBezTo>
                  <a:lnTo>
                    <a:pt x="5705" y="7849"/>
                  </a:lnTo>
                  <a:cubicBezTo>
                    <a:pt x="5696" y="7785"/>
                    <a:pt x="5659" y="7435"/>
                    <a:pt x="5659" y="7352"/>
                  </a:cubicBezTo>
                  <a:cubicBezTo>
                    <a:pt x="5659" y="6837"/>
                    <a:pt x="5898" y="6350"/>
                    <a:pt x="6487" y="5798"/>
                  </a:cubicBezTo>
                  <a:cubicBezTo>
                    <a:pt x="7067" y="5274"/>
                    <a:pt x="7416" y="4933"/>
                    <a:pt x="7416" y="4464"/>
                  </a:cubicBezTo>
                  <a:cubicBezTo>
                    <a:pt x="7416" y="3986"/>
                    <a:pt x="6993" y="3627"/>
                    <a:pt x="6074" y="3627"/>
                  </a:cubicBezTo>
                  <a:cubicBezTo>
                    <a:pt x="5531" y="3627"/>
                    <a:pt x="4961" y="3774"/>
                    <a:pt x="4602" y="3977"/>
                  </a:cubicBezTo>
                  <a:lnTo>
                    <a:pt x="4289" y="3222"/>
                  </a:lnTo>
                  <a:cubicBezTo>
                    <a:pt x="4785" y="2974"/>
                    <a:pt x="5485" y="2781"/>
                    <a:pt x="6220" y="2781"/>
                  </a:cubicBezTo>
                  <a:cubicBezTo>
                    <a:pt x="7867" y="2781"/>
                    <a:pt x="8511" y="3554"/>
                    <a:pt x="8511" y="4335"/>
                  </a:cubicBezTo>
                  <a:cubicBezTo>
                    <a:pt x="8511" y="5080"/>
                    <a:pt x="7987" y="5595"/>
                    <a:pt x="7343" y="61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cxnSp>
          <p:nvCxnSpPr>
            <p:cNvPr id="21" name="直接连接符 20"/>
            <p:cNvCxnSpPr>
              <a:stCxn id="29" idx="1"/>
            </p:cNvCxnSpPr>
            <p:nvPr/>
          </p:nvCxnSpPr>
          <p:spPr>
            <a:xfrm flipH="1">
              <a:off x="6938128" y="1805266"/>
              <a:ext cx="57916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endCxn id="20" idx="3"/>
            </p:cNvCxnSpPr>
            <p:nvPr/>
          </p:nvCxnSpPr>
          <p:spPr>
            <a:xfrm flipH="1">
              <a:off x="6490764" y="3550794"/>
              <a:ext cx="1026524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 flipV="1">
              <a:off x="6938128" y="5326483"/>
              <a:ext cx="579159" cy="1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38128" y="1805266"/>
              <a:ext cx="0" cy="352121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648833" y="1648991"/>
            <a:ext cx="3211587" cy="3659769"/>
            <a:chOff x="3033943" y="1719507"/>
            <a:chExt cx="2623352" cy="4708994"/>
          </a:xfrm>
        </p:grpSpPr>
        <p:sp>
          <p:nvSpPr>
            <p:cNvPr id="32" name="文本框 31"/>
            <p:cNvSpPr txBox="1"/>
            <p:nvPr/>
          </p:nvSpPr>
          <p:spPr>
            <a:xfrm>
              <a:off x="3987427" y="1719507"/>
              <a:ext cx="16698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033943" y="2335073"/>
              <a:ext cx="2623351" cy="4093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urna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 Nunc viverra imperdiet enim. Fusce est. Vivamus a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tellus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561544" y="1239664"/>
            <a:ext cx="166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561542" y="1592279"/>
            <a:ext cx="5401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porttitor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congue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61544" y="3006723"/>
            <a:ext cx="166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61543" y="3359338"/>
            <a:ext cx="5401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porttitor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congue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561544" y="4726477"/>
            <a:ext cx="166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TEXT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61543" y="5079092"/>
            <a:ext cx="5401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porttitor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congue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422187" cy="430887"/>
            <a:chOff x="514384" y="883622"/>
            <a:chExt cx="142218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3.2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958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理论一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分析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0957" y="6088558"/>
            <a:ext cx="4263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 ANALYSIS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5160390" y="3429000"/>
            <a:ext cx="1871220" cy="1871220"/>
            <a:chOff x="5160390" y="3139126"/>
            <a:chExt cx="1871220" cy="1871220"/>
          </a:xfrm>
        </p:grpSpPr>
        <p:sp>
          <p:nvSpPr>
            <p:cNvPr id="17" name="椭圆 16"/>
            <p:cNvSpPr/>
            <p:nvPr/>
          </p:nvSpPr>
          <p:spPr>
            <a:xfrm>
              <a:off x="5160390" y="3139126"/>
              <a:ext cx="1871220" cy="18712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311219" y="3289955"/>
              <a:ext cx="1569562" cy="156956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450264" y="3429000"/>
              <a:ext cx="1291472" cy="129147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 Condensed" panose="020B0606020104020203" pitchFamily="34" charset="0"/>
                  <a:ea typeface="等线" pitchFamily="2" charset="-122"/>
                  <a:cs typeface="+mn-cs"/>
                </a:rPr>
                <a:t>TEXT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 Condensed" panose="020B0606020104020203" pitchFamily="34" charset="0"/>
                  <a:ea typeface="等线" pitchFamily="2" charset="-122"/>
                  <a:cs typeface="+mn-cs"/>
                </a:rPr>
                <a:t>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endParaRPr>
            </a:p>
          </p:txBody>
        </p:sp>
      </p:grpSp>
      <p:sp>
        <p:nvSpPr>
          <p:cNvPr id="20" name="椭圆 19"/>
          <p:cNvSpPr/>
          <p:nvPr/>
        </p:nvSpPr>
        <p:spPr>
          <a:xfrm>
            <a:off x="5450264" y="1052513"/>
            <a:ext cx="1291472" cy="12914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622351" y="3718874"/>
            <a:ext cx="1291472" cy="129147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278177" y="3718874"/>
            <a:ext cx="1291472" cy="129147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3379539" y="4364610"/>
            <a:ext cx="9709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841500" y="4364610"/>
            <a:ext cx="9709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3379538" y="2493390"/>
            <a:ext cx="970961" cy="65987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7825378" y="2493390"/>
            <a:ext cx="970961" cy="65987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rot="5400000">
            <a:off x="5610519" y="2886492"/>
            <a:ext cx="9709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611968" y="3949111"/>
            <a:ext cx="6238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rPr>
              <a:t>TEXT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 pitchFamily="34" charset="0"/>
              <a:ea typeface="等线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rPr>
              <a:t>HERE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973088" y="3949111"/>
            <a:ext cx="6238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rPr>
              <a:t>TEXT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 pitchFamily="34" charset="0"/>
              <a:ea typeface="等线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rPr>
              <a:t>HERE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 pitchFamily="34" charset="0"/>
              <a:ea typeface="等线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84055" y="1282750"/>
            <a:ext cx="6238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rPr>
              <a:t>TEXT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 pitchFamily="34" charset="0"/>
              <a:ea typeface="等线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" panose="020B0606020104020203" pitchFamily="34" charset="0"/>
                <a:ea typeface="等线" pitchFamily="2" charset="-122"/>
                <a:cs typeface="+mn-cs"/>
              </a:rPr>
              <a:t>HERE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" panose="020B0606020104020203" pitchFamily="34" charset="0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422187" cy="430887"/>
            <a:chOff x="514384" y="883622"/>
            <a:chExt cx="142218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3.3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958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理论二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分析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0957" y="6088558"/>
            <a:ext cx="4263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 ANALYSIS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587375" y="1874898"/>
            <a:ext cx="2627239" cy="1671107"/>
            <a:chOff x="648832" y="2484174"/>
            <a:chExt cx="2627239" cy="1671107"/>
          </a:xfrm>
        </p:grpSpPr>
        <p:grpSp>
          <p:nvGrpSpPr>
            <p:cNvPr id="20" name="组合 19"/>
            <p:cNvGrpSpPr/>
            <p:nvPr/>
          </p:nvGrpSpPr>
          <p:grpSpPr>
            <a:xfrm>
              <a:off x="648832" y="2484174"/>
              <a:ext cx="2627239" cy="1671107"/>
              <a:chOff x="2909102" y="2702719"/>
              <a:chExt cx="2283652" cy="1452562"/>
            </a:xfrm>
          </p:grpSpPr>
          <p:sp>
            <p:nvSpPr>
              <p:cNvPr id="21" name="任意多边形: 形状 20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23" name="平行四边形 22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24" name="平行四边形 23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893808" y="2627229"/>
              <a:ext cx="2285994" cy="1384995"/>
              <a:chOff x="2088352" y="2146009"/>
              <a:chExt cx="2285994" cy="1384995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2541897" y="2146009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2088352" y="2607674"/>
                <a:ext cx="22859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amet, consectetuer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adipiscing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elit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3378711" y="1874898"/>
            <a:ext cx="2627239" cy="1671107"/>
            <a:chOff x="648832" y="2484174"/>
            <a:chExt cx="2627239" cy="1671107"/>
          </a:xfrm>
        </p:grpSpPr>
        <p:grpSp>
          <p:nvGrpSpPr>
            <p:cNvPr id="44" name="组合 43"/>
            <p:cNvGrpSpPr/>
            <p:nvPr/>
          </p:nvGrpSpPr>
          <p:grpSpPr>
            <a:xfrm>
              <a:off x="648832" y="2484174"/>
              <a:ext cx="2627239" cy="1671107"/>
              <a:chOff x="2909102" y="2702719"/>
              <a:chExt cx="2283652" cy="1452562"/>
            </a:xfrm>
          </p:grpSpPr>
          <p:sp>
            <p:nvSpPr>
              <p:cNvPr id="48" name="任意多边形: 形状 47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9" name="平行四边形 48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0" name="平行四边形 49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1" name="平行四边形 50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93808" y="2627229"/>
              <a:ext cx="2285994" cy="1384995"/>
              <a:chOff x="2088352" y="2146009"/>
              <a:chExt cx="2285994" cy="1384995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541897" y="2146009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088352" y="2607674"/>
                <a:ext cx="22859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amet, consectetuer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adipiscing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elit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6170047" y="1874898"/>
            <a:ext cx="2627239" cy="1671107"/>
            <a:chOff x="648832" y="2484174"/>
            <a:chExt cx="2627239" cy="1671107"/>
          </a:xfrm>
        </p:grpSpPr>
        <p:grpSp>
          <p:nvGrpSpPr>
            <p:cNvPr id="53" name="组合 52"/>
            <p:cNvGrpSpPr/>
            <p:nvPr/>
          </p:nvGrpSpPr>
          <p:grpSpPr>
            <a:xfrm>
              <a:off x="648832" y="2484174"/>
              <a:ext cx="2627239" cy="1671107"/>
              <a:chOff x="2909102" y="2702719"/>
              <a:chExt cx="2283652" cy="1452562"/>
            </a:xfrm>
          </p:grpSpPr>
          <p:sp>
            <p:nvSpPr>
              <p:cNvPr id="57" name="任意多边形: 形状 56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8" name="平行四边形 57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9" name="平行四边形 58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60" name="平行四边形 59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893808" y="2627229"/>
              <a:ext cx="2285994" cy="1384995"/>
              <a:chOff x="2088352" y="2146009"/>
              <a:chExt cx="2285994" cy="138499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2541897" y="2146009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2088352" y="2607674"/>
                <a:ext cx="22859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amet, consectetuer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adipiscing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elit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8961383" y="1874898"/>
            <a:ext cx="2627239" cy="1671107"/>
            <a:chOff x="648832" y="2484174"/>
            <a:chExt cx="2627239" cy="1671107"/>
          </a:xfrm>
        </p:grpSpPr>
        <p:grpSp>
          <p:nvGrpSpPr>
            <p:cNvPr id="62" name="组合 61"/>
            <p:cNvGrpSpPr/>
            <p:nvPr/>
          </p:nvGrpSpPr>
          <p:grpSpPr>
            <a:xfrm>
              <a:off x="648832" y="2484174"/>
              <a:ext cx="2627239" cy="1671107"/>
              <a:chOff x="2909102" y="2702719"/>
              <a:chExt cx="2283652" cy="1452562"/>
            </a:xfrm>
          </p:grpSpPr>
          <p:sp>
            <p:nvSpPr>
              <p:cNvPr id="66" name="任意多边形: 形状 65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67" name="平行四边形 66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69" name="平行四边形 68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893808" y="2627229"/>
              <a:ext cx="2285994" cy="1384995"/>
              <a:chOff x="2088352" y="2146009"/>
              <a:chExt cx="2285994" cy="1384995"/>
            </a:xfrm>
          </p:grpSpPr>
          <p:sp>
            <p:nvSpPr>
              <p:cNvPr id="64" name="文本框 63"/>
              <p:cNvSpPr txBox="1"/>
              <p:nvPr/>
            </p:nvSpPr>
            <p:spPr>
              <a:xfrm>
                <a:off x="2541897" y="2146009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2088352" y="2607674"/>
                <a:ext cx="22859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amet, consectetuer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adipiscing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elit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cxnSp>
        <p:nvCxnSpPr>
          <p:cNvPr id="70" name="直接箭头连接符 69"/>
          <p:cNvCxnSpPr/>
          <p:nvPr/>
        </p:nvCxnSpPr>
        <p:spPr>
          <a:xfrm>
            <a:off x="3214213" y="2719706"/>
            <a:ext cx="2358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6005549" y="2719706"/>
            <a:ext cx="2358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8796339" y="2719706"/>
            <a:ext cx="2358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587375" y="3985595"/>
            <a:ext cx="11017250" cy="1223783"/>
            <a:chOff x="587375" y="4276047"/>
            <a:chExt cx="11017250" cy="1223783"/>
          </a:xfrm>
        </p:grpSpPr>
        <p:sp>
          <p:nvSpPr>
            <p:cNvPr id="75" name="文本框 74"/>
            <p:cNvSpPr txBox="1"/>
            <p:nvPr/>
          </p:nvSpPr>
          <p:spPr>
            <a:xfrm>
              <a:off x="1124702" y="4307388"/>
              <a:ext cx="2305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这里是标题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587375" y="4791944"/>
              <a:ext cx="110172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commodo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magna.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984368" y="4276047"/>
              <a:ext cx="2285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w Cen MT Condensed" panose="020B0606020104020203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 Condensed" panose="020B0606020104020203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78" name="live-chat_72439"/>
            <p:cNvSpPr>
              <a:spLocks noChangeAspect="1"/>
            </p:cNvSpPr>
            <p:nvPr/>
          </p:nvSpPr>
          <p:spPr bwMode="auto">
            <a:xfrm>
              <a:off x="648833" y="4350870"/>
              <a:ext cx="417129" cy="364131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680270" cy="430887"/>
            <a:chOff x="514384" y="883622"/>
            <a:chExt cx="1680270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4.1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数据来源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研究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640078" y="6088558"/>
            <a:ext cx="3964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 RESEARCH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648833" y="1967928"/>
          <a:ext cx="10955790" cy="300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158"/>
                <a:gridCol w="2191158"/>
                <a:gridCol w="2191158"/>
                <a:gridCol w="2191158"/>
                <a:gridCol w="2191158"/>
              </a:tblGrid>
              <a:tr h="484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w Cen MT Condensed" panose="020B0606020104020203" pitchFamily="34" charset="0"/>
                        </a:rPr>
                        <a:t>TABLE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w Cen MT Condensed" panose="020B06060201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w Cen MT Condensed" panose="020B0606020104020203" pitchFamily="34" charset="0"/>
                        </a:rPr>
                        <a:t>Ⅰ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w Cen MT Condensed" panose="020B06060201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w Cen MT Condensed" panose="020B0606020104020203" pitchFamily="34" charset="0"/>
                        </a:rPr>
                        <a:t>Ⅱ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w Cen MT Condensed" panose="020B06060201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w Cen MT Condensed" panose="020B0606020104020203" pitchFamily="34" charset="0"/>
                        </a:rPr>
                        <a:t>Ⅲ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w Cen MT Condensed" panose="020B06060201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w Cen MT Condensed" panose="020B0606020104020203" pitchFamily="34" charset="0"/>
                        </a:rPr>
                        <a:t>Ⅳ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w Cen MT Condensed" panose="020B06060201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w Cen MT Condensed" panose="020B0606020104020203" pitchFamily="34" charset="0"/>
                        </a:rPr>
                        <a:t>PART 01</a:t>
                      </a:r>
                      <a:endParaRPr lang="zh-CN" altLang="en-US" sz="2000" b="1" dirty="0">
                        <a:latin typeface="Tw Cen MT Condensed" panose="020B06060201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w Cen MT Condensed" panose="020B0606020104020203" pitchFamily="34" charset="0"/>
                        </a:rPr>
                        <a:t>PART 02</a:t>
                      </a:r>
                      <a:endParaRPr lang="en-US" altLang="zh-CN" sz="2000" b="1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Tw Cen MT Condensed" panose="020B0606020104020203" pitchFamily="34" charset="0"/>
                        </a:rPr>
                        <a:t>PART 03</a:t>
                      </a:r>
                      <a:endParaRPr lang="zh-CN" altLang="en-US" sz="2000" b="1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Tw Cen MT Condensed" panose="020B0606020104020203" pitchFamily="34" charset="0"/>
                        </a:rPr>
                        <a:t>PART 04</a:t>
                      </a:r>
                      <a:endParaRPr lang="zh-CN" altLang="en-US" sz="2000" b="1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Tw Cen MT Condensed" panose="020B0606020104020203" pitchFamily="34" charset="0"/>
                        </a:rPr>
                        <a:t>PART 05</a:t>
                      </a:r>
                      <a:endParaRPr lang="zh-CN" altLang="en-US" sz="2000" b="1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latin typeface="Tw Cen MT Condensed" panose="020B0606020104020203" pitchFamily="34" charset="0"/>
                        </a:rPr>
                        <a:t>PART 06</a:t>
                      </a:r>
                      <a:endParaRPr lang="zh-CN" altLang="en-US" sz="2000" b="1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w Cen MT Condensed" panose="020B0606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87376" y="5251855"/>
            <a:ext cx="11017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porttitor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congue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529592" y="1300502"/>
            <a:ext cx="2044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图表标题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938354" cy="430887"/>
            <a:chOff x="514384" y="883622"/>
            <a:chExt cx="1938354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4.2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4750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描述性统计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研究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640078" y="6088558"/>
            <a:ext cx="3964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 RESEARCH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4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584730" y="1463413"/>
            <a:ext cx="3211586" cy="3761705"/>
            <a:chOff x="3033943" y="1849896"/>
            <a:chExt cx="2623351" cy="4840155"/>
          </a:xfrm>
        </p:grpSpPr>
        <p:sp>
          <p:nvSpPr>
            <p:cNvPr id="17" name="文本框 16"/>
            <p:cNvSpPr txBox="1"/>
            <p:nvPr/>
          </p:nvSpPr>
          <p:spPr>
            <a:xfrm>
              <a:off x="3987426" y="1849896"/>
              <a:ext cx="1669868" cy="594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这里是标题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033943" y="3403139"/>
              <a:ext cx="2623351" cy="3286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urna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987426" y="2394702"/>
              <a:ext cx="1669868" cy="594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w Cen MT Condensed" panose="020B0606020104020203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 Condensed" panose="020B0606020104020203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aphicFrame>
        <p:nvGraphicFramePr>
          <p:cNvPr id="25" name="图表 24"/>
          <p:cNvGraphicFramePr/>
          <p:nvPr/>
        </p:nvGraphicFramePr>
        <p:xfrm>
          <a:off x="8130826" y="2029847"/>
          <a:ext cx="3838643" cy="3139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3942410" y="1792939"/>
            <a:ext cx="5420412" cy="3613608"/>
            <a:chOff x="3574669" y="1792939"/>
            <a:chExt cx="5420412" cy="3613608"/>
          </a:xfrm>
        </p:grpSpPr>
        <p:graphicFrame>
          <p:nvGraphicFramePr>
            <p:cNvPr id="21" name="图表 20"/>
            <p:cNvGraphicFramePr/>
            <p:nvPr/>
          </p:nvGraphicFramePr>
          <p:xfrm>
            <a:off x="3574669" y="1792939"/>
            <a:ext cx="5420412" cy="36136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文本框 27"/>
            <p:cNvSpPr txBox="1"/>
            <p:nvPr/>
          </p:nvSpPr>
          <p:spPr>
            <a:xfrm>
              <a:off x="5261623" y="2967335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18%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418662" y="3599743"/>
              <a:ext cx="7601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82%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258676" y="1717136"/>
            <a:ext cx="719501" cy="528300"/>
            <a:chOff x="5859103" y="1093319"/>
            <a:chExt cx="719501" cy="528300"/>
          </a:xfrm>
        </p:grpSpPr>
        <p:sp>
          <p:nvSpPr>
            <p:cNvPr id="31" name="椭圆 30"/>
            <p:cNvSpPr/>
            <p:nvPr/>
          </p:nvSpPr>
          <p:spPr>
            <a:xfrm>
              <a:off x="5954704" y="1093319"/>
              <a:ext cx="528300" cy="5283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859103" y="1124096"/>
              <a:ext cx="7195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6%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465437" y="4139440"/>
            <a:ext cx="915195" cy="915195"/>
            <a:chOff x="5060854" y="3780971"/>
            <a:chExt cx="915195" cy="915195"/>
          </a:xfrm>
        </p:grpSpPr>
        <p:sp>
          <p:nvSpPr>
            <p:cNvPr id="34" name="椭圆 33"/>
            <p:cNvSpPr/>
            <p:nvPr/>
          </p:nvSpPr>
          <p:spPr>
            <a:xfrm>
              <a:off x="5060854" y="3780971"/>
              <a:ext cx="915195" cy="91519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58700" y="4009777"/>
              <a:ext cx="7195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12%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680270" cy="430887"/>
            <a:chOff x="514384" y="883622"/>
            <a:chExt cx="1680270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4.3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实证结果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研究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640078" y="6088558"/>
            <a:ext cx="3964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 RESEARCH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平行四边形 31"/>
          <p:cNvSpPr/>
          <p:nvPr/>
        </p:nvSpPr>
        <p:spPr>
          <a:xfrm>
            <a:off x="742916" y="1419382"/>
            <a:ext cx="3272903" cy="2009616"/>
          </a:xfrm>
          <a:prstGeom prst="parallelogram">
            <a:avLst>
              <a:gd name="adj" fmla="val 8479"/>
            </a:avLst>
          </a:prstGeom>
          <a:noFill/>
          <a:ln w="317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35" name="平行四边形 34"/>
          <p:cNvSpPr/>
          <p:nvPr/>
        </p:nvSpPr>
        <p:spPr>
          <a:xfrm>
            <a:off x="4459548" y="1419382"/>
            <a:ext cx="3272903" cy="2009616"/>
          </a:xfrm>
          <a:prstGeom prst="parallelogram">
            <a:avLst>
              <a:gd name="adj" fmla="val 8479"/>
            </a:avLst>
          </a:prstGeom>
          <a:noFill/>
          <a:ln w="317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36" name="平行四边形 35"/>
          <p:cNvSpPr/>
          <p:nvPr/>
        </p:nvSpPr>
        <p:spPr>
          <a:xfrm>
            <a:off x="8176180" y="1419382"/>
            <a:ext cx="3272903" cy="2009616"/>
          </a:xfrm>
          <a:prstGeom prst="parallelogram">
            <a:avLst>
              <a:gd name="adj" fmla="val 8479"/>
            </a:avLst>
          </a:prstGeom>
          <a:noFill/>
          <a:ln w="317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31862" y="1868982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31862" y="2293013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647634" y="1868982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47634" y="2293013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63406" y="1868982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363406" y="2293013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931861" y="3828477"/>
            <a:ext cx="10328278" cy="1559021"/>
            <a:chOff x="2987563" y="2267420"/>
            <a:chExt cx="2649029" cy="2005979"/>
          </a:xfrm>
        </p:grpSpPr>
        <p:sp>
          <p:nvSpPr>
            <p:cNvPr id="46" name="文本框 45"/>
            <p:cNvSpPr txBox="1"/>
            <p:nvPr/>
          </p:nvSpPr>
          <p:spPr>
            <a:xfrm>
              <a:off x="2987563" y="2267420"/>
              <a:ext cx="1669868" cy="59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这里是标题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987563" y="2966554"/>
              <a:ext cx="2649029" cy="1306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urna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447119" y="2267420"/>
              <a:ext cx="447317" cy="59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422187" cy="430887"/>
            <a:chOff x="514384" y="883622"/>
            <a:chExt cx="142218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5.1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958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案例一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研究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0957" y="6088558"/>
            <a:ext cx="4263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平行四边形 4"/>
          <p:cNvSpPr/>
          <p:nvPr/>
        </p:nvSpPr>
        <p:spPr>
          <a:xfrm>
            <a:off x="686365" y="1319470"/>
            <a:ext cx="5186534" cy="4219060"/>
          </a:xfrm>
          <a:prstGeom prst="parallelogram">
            <a:avLst>
              <a:gd name="adj" fmla="val 355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7" name="平行四边形 16"/>
          <p:cNvSpPr/>
          <p:nvPr/>
        </p:nvSpPr>
        <p:spPr>
          <a:xfrm>
            <a:off x="780633" y="1214263"/>
            <a:ext cx="5186534" cy="4219060"/>
          </a:xfrm>
          <a:prstGeom prst="parallelogram">
            <a:avLst>
              <a:gd name="adj" fmla="val 3104"/>
            </a:avLst>
          </a:prstGeom>
          <a:blipFill dpi="0" rotWithShape="1">
            <a:blip r:embed="rId5"/>
            <a:srcRect/>
            <a:tile tx="0" ty="0" sx="100000" sy="100000" flip="none" algn="ctr"/>
          </a:blip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319101" y="1241613"/>
            <a:ext cx="5186534" cy="2131330"/>
            <a:chOff x="6319101" y="1333839"/>
            <a:chExt cx="5186534" cy="2131330"/>
          </a:xfrm>
        </p:grpSpPr>
        <p:sp>
          <p:nvSpPr>
            <p:cNvPr id="19" name="文本框 18"/>
            <p:cNvSpPr txBox="1"/>
            <p:nvPr/>
          </p:nvSpPr>
          <p:spPr>
            <a:xfrm>
              <a:off x="6959235" y="1367132"/>
              <a:ext cx="30908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这里是标题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319101" y="1833953"/>
              <a:ext cx="5186534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urna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4016" y="1333839"/>
              <a:ext cx="1936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22" name="iconfont-11180-4674648"/>
            <p:cNvSpPr>
              <a:spLocks noChangeAspect="1"/>
            </p:cNvSpPr>
            <p:nvPr/>
          </p:nvSpPr>
          <p:spPr bwMode="auto">
            <a:xfrm>
              <a:off x="6349352" y="1355625"/>
              <a:ext cx="409393" cy="409393"/>
            </a:xfrm>
            <a:custGeom>
              <a:avLst/>
              <a:gdLst>
                <a:gd name="T0" fmla="*/ 6903 w 13303"/>
                <a:gd name="T1" fmla="*/ 13303 h 13303"/>
                <a:gd name="T2" fmla="*/ 990 w 13303"/>
                <a:gd name="T3" fmla="*/ 9352 h 13303"/>
                <a:gd name="T4" fmla="*/ 2378 w 13303"/>
                <a:gd name="T5" fmla="*/ 2378 h 13303"/>
                <a:gd name="T6" fmla="*/ 9352 w 13303"/>
                <a:gd name="T7" fmla="*/ 990 h 13303"/>
                <a:gd name="T8" fmla="*/ 13303 w 13303"/>
                <a:gd name="T9" fmla="*/ 6903 h 13303"/>
                <a:gd name="T10" fmla="*/ 11428 w 13303"/>
                <a:gd name="T11" fmla="*/ 11428 h 13303"/>
                <a:gd name="T12" fmla="*/ 6903 w 13303"/>
                <a:gd name="T13" fmla="*/ 13303 h 13303"/>
                <a:gd name="T14" fmla="*/ 10243 w 13303"/>
                <a:gd name="T15" fmla="*/ 4852 h 13303"/>
                <a:gd name="T16" fmla="*/ 9597 w 13303"/>
                <a:gd name="T17" fmla="*/ 4852 h 13303"/>
                <a:gd name="T18" fmla="*/ 6041 w 13303"/>
                <a:gd name="T19" fmla="*/ 8405 h 13303"/>
                <a:gd name="T20" fmla="*/ 4209 w 13303"/>
                <a:gd name="T21" fmla="*/ 6574 h 13303"/>
                <a:gd name="T22" fmla="*/ 3572 w 13303"/>
                <a:gd name="T23" fmla="*/ 6583 h 13303"/>
                <a:gd name="T24" fmla="*/ 3563 w 13303"/>
                <a:gd name="T25" fmla="*/ 7220 h 13303"/>
                <a:gd name="T26" fmla="*/ 5718 w 13303"/>
                <a:gd name="T27" fmla="*/ 9378 h 13303"/>
                <a:gd name="T28" fmla="*/ 6364 w 13303"/>
                <a:gd name="T29" fmla="*/ 9378 h 13303"/>
                <a:gd name="T30" fmla="*/ 10243 w 13303"/>
                <a:gd name="T31" fmla="*/ 5498 h 13303"/>
                <a:gd name="T32" fmla="*/ 10243 w 13303"/>
                <a:gd name="T33" fmla="*/ 4852 h 13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303" h="13303">
                  <a:moveTo>
                    <a:pt x="6903" y="13303"/>
                  </a:moveTo>
                  <a:cubicBezTo>
                    <a:pt x="4314" y="13303"/>
                    <a:pt x="1981" y="11744"/>
                    <a:pt x="990" y="9352"/>
                  </a:cubicBezTo>
                  <a:cubicBezTo>
                    <a:pt x="0" y="6961"/>
                    <a:pt x="547" y="4208"/>
                    <a:pt x="2378" y="2378"/>
                  </a:cubicBezTo>
                  <a:cubicBezTo>
                    <a:pt x="4208" y="547"/>
                    <a:pt x="6961" y="0"/>
                    <a:pt x="9352" y="990"/>
                  </a:cubicBezTo>
                  <a:cubicBezTo>
                    <a:pt x="11744" y="1981"/>
                    <a:pt x="13303" y="4314"/>
                    <a:pt x="13303" y="6903"/>
                  </a:cubicBezTo>
                  <a:cubicBezTo>
                    <a:pt x="13303" y="8600"/>
                    <a:pt x="12629" y="10228"/>
                    <a:pt x="11428" y="11428"/>
                  </a:cubicBezTo>
                  <a:cubicBezTo>
                    <a:pt x="10228" y="12629"/>
                    <a:pt x="8600" y="13303"/>
                    <a:pt x="6903" y="13303"/>
                  </a:cubicBezTo>
                  <a:close/>
                  <a:moveTo>
                    <a:pt x="10243" y="4852"/>
                  </a:moveTo>
                  <a:cubicBezTo>
                    <a:pt x="10065" y="4672"/>
                    <a:pt x="9775" y="4672"/>
                    <a:pt x="9597" y="4852"/>
                  </a:cubicBezTo>
                  <a:lnTo>
                    <a:pt x="6041" y="8405"/>
                  </a:lnTo>
                  <a:lnTo>
                    <a:pt x="4209" y="6574"/>
                  </a:lnTo>
                  <a:cubicBezTo>
                    <a:pt x="4029" y="6404"/>
                    <a:pt x="3747" y="6408"/>
                    <a:pt x="3572" y="6583"/>
                  </a:cubicBezTo>
                  <a:cubicBezTo>
                    <a:pt x="3397" y="6758"/>
                    <a:pt x="3393" y="7040"/>
                    <a:pt x="3563" y="7220"/>
                  </a:cubicBezTo>
                  <a:lnTo>
                    <a:pt x="5718" y="9378"/>
                  </a:lnTo>
                  <a:cubicBezTo>
                    <a:pt x="5897" y="9554"/>
                    <a:pt x="6185" y="9554"/>
                    <a:pt x="6364" y="9378"/>
                  </a:cubicBezTo>
                  <a:lnTo>
                    <a:pt x="10243" y="5498"/>
                  </a:lnTo>
                  <a:cubicBezTo>
                    <a:pt x="10421" y="5320"/>
                    <a:pt x="10421" y="5030"/>
                    <a:pt x="10243" y="48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grpSp>
        <p:nvGrpSpPr>
          <p:cNvPr id="9" name="组合 8"/>
          <p:cNvGrpSpPr/>
          <p:nvPr/>
        </p:nvGrpSpPr>
        <p:grpSpPr>
          <a:xfrm>
            <a:off x="6319101" y="3562959"/>
            <a:ext cx="5186534" cy="2092881"/>
            <a:chOff x="6319101" y="3562959"/>
            <a:chExt cx="5186534" cy="2092881"/>
          </a:xfrm>
        </p:grpSpPr>
        <p:sp>
          <p:nvSpPr>
            <p:cNvPr id="25" name="文本框 24"/>
            <p:cNvSpPr txBox="1"/>
            <p:nvPr/>
          </p:nvSpPr>
          <p:spPr>
            <a:xfrm>
              <a:off x="6319101" y="4024624"/>
              <a:ext cx="5186534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urna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23" name="iconfont-10585-5147501"/>
            <p:cNvSpPr>
              <a:spLocks noChangeAspect="1"/>
            </p:cNvSpPr>
            <p:nvPr/>
          </p:nvSpPr>
          <p:spPr bwMode="auto">
            <a:xfrm>
              <a:off x="6390474" y="3635419"/>
              <a:ext cx="409394" cy="316744"/>
            </a:xfrm>
            <a:custGeom>
              <a:avLst/>
              <a:gdLst>
                <a:gd name="T0" fmla="*/ 8851 w 12288"/>
                <a:gd name="T1" fmla="*/ 2190 h 9507"/>
                <a:gd name="T2" fmla="*/ 5095 w 12288"/>
                <a:gd name="T3" fmla="*/ 299 h 9507"/>
                <a:gd name="T4" fmla="*/ 2323 w 12288"/>
                <a:gd name="T5" fmla="*/ 3463 h 9507"/>
                <a:gd name="T6" fmla="*/ 0 w 12288"/>
                <a:gd name="T7" fmla="*/ 6419 h 9507"/>
                <a:gd name="T8" fmla="*/ 3072 w 12288"/>
                <a:gd name="T9" fmla="*/ 9507 h 9507"/>
                <a:gd name="T10" fmla="*/ 8832 w 12288"/>
                <a:gd name="T11" fmla="*/ 9507 h 9507"/>
                <a:gd name="T12" fmla="*/ 12288 w 12288"/>
                <a:gd name="T13" fmla="*/ 5839 h 9507"/>
                <a:gd name="T14" fmla="*/ 8851 w 12288"/>
                <a:gd name="T15" fmla="*/ 2190 h 9507"/>
                <a:gd name="T16" fmla="*/ 7857 w 12288"/>
                <a:gd name="T17" fmla="*/ 5994 h 9507"/>
                <a:gd name="T18" fmla="*/ 7455 w 12288"/>
                <a:gd name="T19" fmla="*/ 5994 h 9507"/>
                <a:gd name="T20" fmla="*/ 7253 w 12288"/>
                <a:gd name="T21" fmla="*/ 6186 h 9507"/>
                <a:gd name="T22" fmla="*/ 7248 w 12288"/>
                <a:gd name="T23" fmla="*/ 8151 h 9507"/>
                <a:gd name="T24" fmla="*/ 6845 w 12288"/>
                <a:gd name="T25" fmla="*/ 8535 h 9507"/>
                <a:gd name="T26" fmla="*/ 5441 w 12288"/>
                <a:gd name="T27" fmla="*/ 8535 h 9507"/>
                <a:gd name="T28" fmla="*/ 5039 w 12288"/>
                <a:gd name="T29" fmla="*/ 8151 h 9507"/>
                <a:gd name="T30" fmla="*/ 5034 w 12288"/>
                <a:gd name="T31" fmla="*/ 6186 h 9507"/>
                <a:gd name="T32" fmla="*/ 4832 w 12288"/>
                <a:gd name="T33" fmla="*/ 5994 h 9507"/>
                <a:gd name="T34" fmla="*/ 4429 w 12288"/>
                <a:gd name="T35" fmla="*/ 5994 h 9507"/>
                <a:gd name="T36" fmla="*/ 4026 w 12288"/>
                <a:gd name="T37" fmla="*/ 5610 h 9507"/>
                <a:gd name="T38" fmla="*/ 4104 w 12288"/>
                <a:gd name="T39" fmla="*/ 5380 h 9507"/>
                <a:gd name="T40" fmla="*/ 5784 w 12288"/>
                <a:gd name="T41" fmla="*/ 3442 h 9507"/>
                <a:gd name="T42" fmla="*/ 6499 w 12288"/>
                <a:gd name="T43" fmla="*/ 3442 h 9507"/>
                <a:gd name="T44" fmla="*/ 8180 w 12288"/>
                <a:gd name="T45" fmla="*/ 5380 h 9507"/>
                <a:gd name="T46" fmla="*/ 8259 w 12288"/>
                <a:gd name="T47" fmla="*/ 5610 h 9507"/>
                <a:gd name="T48" fmla="*/ 7857 w 12288"/>
                <a:gd name="T49" fmla="*/ 5994 h 9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288" h="9507">
                  <a:moveTo>
                    <a:pt x="8851" y="2190"/>
                  </a:moveTo>
                  <a:cubicBezTo>
                    <a:pt x="8176" y="777"/>
                    <a:pt x="6631" y="0"/>
                    <a:pt x="5095" y="299"/>
                  </a:cubicBezTo>
                  <a:cubicBezTo>
                    <a:pt x="3558" y="599"/>
                    <a:pt x="2418" y="1900"/>
                    <a:pt x="2323" y="3463"/>
                  </a:cubicBezTo>
                  <a:cubicBezTo>
                    <a:pt x="979" y="3847"/>
                    <a:pt x="0" y="5028"/>
                    <a:pt x="0" y="6419"/>
                  </a:cubicBezTo>
                  <a:cubicBezTo>
                    <a:pt x="0" y="8061"/>
                    <a:pt x="1363" y="9410"/>
                    <a:pt x="3072" y="9507"/>
                  </a:cubicBezTo>
                  <a:lnTo>
                    <a:pt x="8832" y="9507"/>
                  </a:lnTo>
                  <a:cubicBezTo>
                    <a:pt x="10732" y="9507"/>
                    <a:pt x="12288" y="7865"/>
                    <a:pt x="12288" y="5839"/>
                  </a:cubicBezTo>
                  <a:cubicBezTo>
                    <a:pt x="12287" y="3889"/>
                    <a:pt x="10770" y="2288"/>
                    <a:pt x="8851" y="2190"/>
                  </a:cubicBezTo>
                  <a:close/>
                  <a:moveTo>
                    <a:pt x="7857" y="5994"/>
                  </a:moveTo>
                  <a:lnTo>
                    <a:pt x="7455" y="5994"/>
                  </a:lnTo>
                  <a:cubicBezTo>
                    <a:pt x="7347" y="5992"/>
                    <a:pt x="7257" y="6077"/>
                    <a:pt x="7253" y="6186"/>
                  </a:cubicBezTo>
                  <a:lnTo>
                    <a:pt x="7248" y="8151"/>
                  </a:lnTo>
                  <a:cubicBezTo>
                    <a:pt x="7243" y="8368"/>
                    <a:pt x="7062" y="8541"/>
                    <a:pt x="6845" y="8535"/>
                  </a:cubicBezTo>
                  <a:lnTo>
                    <a:pt x="5441" y="8535"/>
                  </a:lnTo>
                  <a:cubicBezTo>
                    <a:pt x="5223" y="8541"/>
                    <a:pt x="5043" y="8368"/>
                    <a:pt x="5039" y="8151"/>
                  </a:cubicBezTo>
                  <a:lnTo>
                    <a:pt x="5034" y="6186"/>
                  </a:lnTo>
                  <a:cubicBezTo>
                    <a:pt x="5031" y="6077"/>
                    <a:pt x="4940" y="5991"/>
                    <a:pt x="4832" y="5994"/>
                  </a:cubicBezTo>
                  <a:lnTo>
                    <a:pt x="4429" y="5994"/>
                  </a:lnTo>
                  <a:cubicBezTo>
                    <a:pt x="4212" y="5998"/>
                    <a:pt x="4032" y="5827"/>
                    <a:pt x="4026" y="5610"/>
                  </a:cubicBezTo>
                  <a:cubicBezTo>
                    <a:pt x="4025" y="5527"/>
                    <a:pt x="4053" y="5446"/>
                    <a:pt x="4104" y="5380"/>
                  </a:cubicBezTo>
                  <a:lnTo>
                    <a:pt x="5784" y="3442"/>
                  </a:lnTo>
                  <a:cubicBezTo>
                    <a:pt x="5986" y="3254"/>
                    <a:pt x="6298" y="3254"/>
                    <a:pt x="6499" y="3442"/>
                  </a:cubicBezTo>
                  <a:lnTo>
                    <a:pt x="8180" y="5380"/>
                  </a:lnTo>
                  <a:cubicBezTo>
                    <a:pt x="8231" y="5446"/>
                    <a:pt x="8259" y="5526"/>
                    <a:pt x="8259" y="5610"/>
                  </a:cubicBezTo>
                  <a:cubicBezTo>
                    <a:pt x="8254" y="5827"/>
                    <a:pt x="8074" y="5999"/>
                    <a:pt x="7857" y="599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  <p:sp>
          <p:nvSpPr>
            <p:cNvPr id="24" name="文本框 23"/>
            <p:cNvSpPr txBox="1"/>
            <p:nvPr/>
          </p:nvSpPr>
          <p:spPr>
            <a:xfrm>
              <a:off x="6959235" y="3596252"/>
              <a:ext cx="30908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这里是标题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664016" y="3562959"/>
              <a:ext cx="1936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422187" cy="430887"/>
            <a:chOff x="514384" y="883622"/>
            <a:chExt cx="1422187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5.2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9589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案例二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研究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0957" y="6088558"/>
            <a:ext cx="4263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平行四边形 15"/>
          <p:cNvSpPr/>
          <p:nvPr/>
        </p:nvSpPr>
        <p:spPr>
          <a:xfrm>
            <a:off x="686365" y="1567542"/>
            <a:ext cx="3442575" cy="3970987"/>
          </a:xfrm>
          <a:prstGeom prst="parallelogram">
            <a:avLst>
              <a:gd name="adj" fmla="val 35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7" name="平行四边形 16"/>
          <p:cNvSpPr/>
          <p:nvPr/>
        </p:nvSpPr>
        <p:spPr>
          <a:xfrm>
            <a:off x="4374712" y="1567542"/>
            <a:ext cx="3442575" cy="3970987"/>
          </a:xfrm>
          <a:prstGeom prst="parallelogram">
            <a:avLst>
              <a:gd name="adj" fmla="val 35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8" name="平行四边形 17"/>
          <p:cNvSpPr/>
          <p:nvPr/>
        </p:nvSpPr>
        <p:spPr>
          <a:xfrm>
            <a:off x="8063059" y="1567542"/>
            <a:ext cx="3442575" cy="3970987"/>
          </a:xfrm>
          <a:prstGeom prst="parallelogram">
            <a:avLst>
              <a:gd name="adj" fmla="val 35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011758" y="1119631"/>
            <a:ext cx="894269" cy="894269"/>
          </a:xfrm>
          <a:prstGeom prst="ellipse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696396" y="1119631"/>
            <a:ext cx="894269" cy="894269"/>
          </a:xfrm>
          <a:prstGeom prst="ellipse">
            <a:avLst/>
          </a:prstGeom>
          <a:blipFill dpi="0" rotWithShape="1">
            <a:blip r:embed="rId5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381034" y="1119631"/>
            <a:ext cx="894269" cy="894269"/>
          </a:xfrm>
          <a:prstGeom prst="ellipse">
            <a:avLst/>
          </a:prstGeom>
          <a:blipFill dpi="0" rotWithShape="1">
            <a:blip r:embed="rId6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087208" y="1335932"/>
            <a:ext cx="1860550" cy="461665"/>
            <a:chOff x="2203451" y="1335932"/>
            <a:chExt cx="1860550" cy="461665"/>
          </a:xfrm>
        </p:grpSpPr>
        <p:sp>
          <p:nvSpPr>
            <p:cNvPr id="27" name="平行四边形 26"/>
            <p:cNvSpPr/>
            <p:nvPr/>
          </p:nvSpPr>
          <p:spPr>
            <a:xfrm>
              <a:off x="2203451" y="1335933"/>
              <a:ext cx="1860550" cy="461664"/>
            </a:xfrm>
            <a:prstGeom prst="parallelogram">
              <a:avLst>
                <a:gd name="adj" fmla="val 301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292893" y="1335932"/>
              <a:ext cx="1681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773701" y="1335932"/>
            <a:ext cx="1860550" cy="461665"/>
            <a:chOff x="2203451" y="1335932"/>
            <a:chExt cx="1860550" cy="461665"/>
          </a:xfrm>
        </p:grpSpPr>
        <p:sp>
          <p:nvSpPr>
            <p:cNvPr id="31" name="平行四边形 30"/>
            <p:cNvSpPr/>
            <p:nvPr/>
          </p:nvSpPr>
          <p:spPr>
            <a:xfrm>
              <a:off x="2203451" y="1335933"/>
              <a:ext cx="1860550" cy="461664"/>
            </a:xfrm>
            <a:prstGeom prst="parallelogram">
              <a:avLst>
                <a:gd name="adj" fmla="val 301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292893" y="1335932"/>
              <a:ext cx="1681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460193" y="1335932"/>
            <a:ext cx="1860550" cy="461665"/>
            <a:chOff x="2203451" y="1335932"/>
            <a:chExt cx="1860550" cy="461665"/>
          </a:xfrm>
        </p:grpSpPr>
        <p:sp>
          <p:nvSpPr>
            <p:cNvPr id="34" name="平行四边形 33"/>
            <p:cNvSpPr/>
            <p:nvPr/>
          </p:nvSpPr>
          <p:spPr>
            <a:xfrm>
              <a:off x="2203451" y="1335933"/>
              <a:ext cx="1860550" cy="461664"/>
            </a:xfrm>
            <a:prstGeom prst="parallelogram">
              <a:avLst>
                <a:gd name="adj" fmla="val 301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292893" y="1335932"/>
              <a:ext cx="1681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931862" y="2446296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31862" y="2870327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31862" y="3879077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31862" y="4303108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48077" y="2446296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648077" y="2870327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648077" y="3879077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648077" y="4303108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363406" y="2446296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363406" y="2870327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363406" y="3879077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碳纤维正中黑简体" panose="02010601030101010101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363406" y="4303108"/>
            <a:ext cx="28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elit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680270" cy="430887"/>
            <a:chOff x="514384" y="883622"/>
            <a:chExt cx="1680270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5.3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案例总结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研究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0957" y="6088558"/>
            <a:ext cx="4263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2068720" y="1579611"/>
            <a:ext cx="2285994" cy="2285994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7837288" y="1579611"/>
            <a:ext cx="2285994" cy="228599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88352" y="2058745"/>
            <a:ext cx="2285994" cy="1384995"/>
            <a:chOff x="2088352" y="2146009"/>
            <a:chExt cx="2285994" cy="1384995"/>
          </a:xfrm>
        </p:grpSpPr>
        <p:sp>
          <p:nvSpPr>
            <p:cNvPr id="7" name="文本框 6"/>
            <p:cNvSpPr txBox="1"/>
            <p:nvPr/>
          </p:nvSpPr>
          <p:spPr>
            <a:xfrm>
              <a:off x="2541897" y="2146009"/>
              <a:ext cx="13789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TEXT HERE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088352" y="2607674"/>
              <a:ext cx="228599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adipiscing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elit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856920" y="2058745"/>
            <a:ext cx="2246730" cy="1384995"/>
            <a:chOff x="2088352" y="2146009"/>
            <a:chExt cx="2246730" cy="1384995"/>
          </a:xfrm>
        </p:grpSpPr>
        <p:sp>
          <p:nvSpPr>
            <p:cNvPr id="20" name="文本框 19"/>
            <p:cNvSpPr txBox="1"/>
            <p:nvPr/>
          </p:nvSpPr>
          <p:spPr>
            <a:xfrm>
              <a:off x="2522265" y="2146009"/>
              <a:ext cx="13789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TEXT HERE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088352" y="2607674"/>
              <a:ext cx="224673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,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consectetuer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adipiscing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elit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667250" y="2597644"/>
            <a:ext cx="2867025" cy="249927"/>
            <a:chOff x="4667250" y="2508457"/>
            <a:chExt cx="2867025" cy="249927"/>
          </a:xfrm>
        </p:grpSpPr>
        <p:grpSp>
          <p:nvGrpSpPr>
            <p:cNvPr id="26" name="组合 25"/>
            <p:cNvGrpSpPr/>
            <p:nvPr/>
          </p:nvGrpSpPr>
          <p:grpSpPr>
            <a:xfrm>
              <a:off x="4667250" y="2508457"/>
              <a:ext cx="2867025" cy="99217"/>
              <a:chOff x="4667250" y="2508457"/>
              <a:chExt cx="2867025" cy="99217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4667250" y="2607674"/>
                <a:ext cx="2867025" cy="0"/>
              </a:xfrm>
              <a:prstGeom prst="line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7428989" y="2508457"/>
                <a:ext cx="97629" cy="97629"/>
              </a:xfrm>
              <a:prstGeom prst="line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合 26"/>
            <p:cNvGrpSpPr/>
            <p:nvPr/>
          </p:nvGrpSpPr>
          <p:grpSpPr>
            <a:xfrm flipH="1" flipV="1">
              <a:off x="4667250" y="2683029"/>
              <a:ext cx="2867025" cy="75355"/>
              <a:chOff x="4667250" y="2532319"/>
              <a:chExt cx="2867025" cy="75355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4667250" y="2607674"/>
                <a:ext cx="2867025" cy="0"/>
              </a:xfrm>
              <a:prstGeom prst="line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7452851" y="2532319"/>
                <a:ext cx="73766" cy="73766"/>
              </a:xfrm>
              <a:prstGeom prst="line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文本框 33"/>
          <p:cNvSpPr txBox="1"/>
          <p:nvPr/>
        </p:nvSpPr>
        <p:spPr>
          <a:xfrm>
            <a:off x="5462091" y="2135979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TEXT HERE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462091" y="2874120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TEXT HERE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587375" y="4275066"/>
            <a:ext cx="11017250" cy="1223783"/>
            <a:chOff x="587375" y="4276047"/>
            <a:chExt cx="11017250" cy="1223783"/>
          </a:xfrm>
        </p:grpSpPr>
        <p:sp>
          <p:nvSpPr>
            <p:cNvPr id="37" name="文本框 36"/>
            <p:cNvSpPr txBox="1"/>
            <p:nvPr/>
          </p:nvSpPr>
          <p:spPr>
            <a:xfrm>
              <a:off x="1124702" y="4307388"/>
              <a:ext cx="2305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这里是标题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87375" y="4791944"/>
              <a:ext cx="110172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amet, consectetuer adipiscing elit. Maecenas porttitor congue massa. Fusce posuere, magna sed pulvinar ultricies, purus lectus malesuada libero, sit amet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commodo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magna.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984368" y="4276047"/>
              <a:ext cx="2285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w Cen MT Condensed" panose="020B0606020104020203" pitchFamily="34" charset="0"/>
                  <a:ea typeface="方正宋刻本秀楷简体" panose="02000000000000000000" pitchFamily="2" charset="-122"/>
                  <a:cs typeface="+mn-cs"/>
                </a:rPr>
                <a:t>TEXT HERE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 Condensed" panose="020B0606020104020203" pitchFamily="34" charset="0"/>
                <a:ea typeface="方正宋刻本秀楷简体" panose="02000000000000000000" pitchFamily="2" charset="-122"/>
                <a:cs typeface="+mn-cs"/>
              </a:endParaRPr>
            </a:p>
          </p:txBody>
        </p:sp>
        <p:sp>
          <p:nvSpPr>
            <p:cNvPr id="40" name="live-chat_72439"/>
            <p:cNvSpPr>
              <a:spLocks noChangeAspect="1"/>
            </p:cNvSpPr>
            <p:nvPr/>
          </p:nvSpPr>
          <p:spPr bwMode="auto">
            <a:xfrm>
              <a:off x="648833" y="4350870"/>
              <a:ext cx="417129" cy="364131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9566610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4" name="平行四边形 23"/>
          <p:cNvSpPr/>
          <p:nvPr/>
        </p:nvSpPr>
        <p:spPr>
          <a:xfrm>
            <a:off x="2333883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5" name="平行四边形 24"/>
          <p:cNvSpPr/>
          <p:nvPr/>
        </p:nvSpPr>
        <p:spPr>
          <a:xfrm>
            <a:off x="4142065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6" name="平行四边形 25"/>
          <p:cNvSpPr/>
          <p:nvPr/>
        </p:nvSpPr>
        <p:spPr>
          <a:xfrm>
            <a:off x="5950247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27" name="平行四边形 26"/>
          <p:cNvSpPr/>
          <p:nvPr/>
        </p:nvSpPr>
        <p:spPr>
          <a:xfrm>
            <a:off x="7758429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685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引  言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294" y="383994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INTRODUCTION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59122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471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文献综述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083" y="3839943"/>
            <a:ext cx="1611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LITERATURE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REVIEW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19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35893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理论分析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54706" y="3839943"/>
            <a:ext cx="172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THEORETICAL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ANALYSIS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3082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6723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实证研究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6288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EMPIRICAL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RESEARCH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3653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80056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案例分析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5714" y="3839943"/>
            <a:ext cx="16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CASE STUDY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77117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06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13520" y="3254908"/>
            <a:ext cx="151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结论启示</a:t>
            </a:r>
            <a:endParaRPr kumimoji="0" lang="zh-CN" altLang="en-US" sz="24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9178" y="3839943"/>
            <a:ext cx="167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 i="1">
                <a:solidFill>
                  <a:schemeClr val="bg1"/>
                </a:solidFill>
                <a:latin typeface="Tw Cen MT Condensed Extra Bold" panose="020B08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CONCLUSIONS&amp;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ENLIGHTMENTS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716" y="65240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论文整体框架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164103" cy="430887"/>
            <a:chOff x="514384" y="883622"/>
            <a:chExt cx="1164103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6.1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结论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启示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627802" y="6088558"/>
            <a:ext cx="5976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 &amp; ENLIGHTMENTS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050646" y="1285875"/>
            <a:ext cx="2235480" cy="1322537"/>
            <a:chOff x="1050646" y="1285875"/>
            <a:chExt cx="2235480" cy="1428751"/>
          </a:xfrm>
        </p:grpSpPr>
        <p:grpSp>
          <p:nvGrpSpPr>
            <p:cNvPr id="39" name="组合 38"/>
            <p:cNvGrpSpPr/>
            <p:nvPr/>
          </p:nvGrpSpPr>
          <p:grpSpPr>
            <a:xfrm>
              <a:off x="1050646" y="1285875"/>
              <a:ext cx="2235480" cy="1428751"/>
              <a:chOff x="2909102" y="2702719"/>
              <a:chExt cx="2283652" cy="1452562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4" name="平行四边形 43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5" name="平行四边形 44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6" name="平行四边形 45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295621" y="1446252"/>
              <a:ext cx="1832449" cy="1107996"/>
              <a:chOff x="2088352" y="2146009"/>
              <a:chExt cx="1832449" cy="1107996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2315124" y="2146009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2088352" y="2607674"/>
                <a:ext cx="18324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amet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1050646" y="2834342"/>
            <a:ext cx="2235480" cy="1322537"/>
            <a:chOff x="1050646" y="2781300"/>
            <a:chExt cx="2235480" cy="1428751"/>
          </a:xfrm>
        </p:grpSpPr>
        <p:grpSp>
          <p:nvGrpSpPr>
            <p:cNvPr id="47" name="组合 46"/>
            <p:cNvGrpSpPr/>
            <p:nvPr/>
          </p:nvGrpSpPr>
          <p:grpSpPr>
            <a:xfrm>
              <a:off x="1050646" y="2781300"/>
              <a:ext cx="2235480" cy="1428751"/>
              <a:chOff x="2909102" y="2702719"/>
              <a:chExt cx="2283652" cy="1452562"/>
            </a:xfrm>
          </p:grpSpPr>
          <p:sp>
            <p:nvSpPr>
              <p:cNvPr id="48" name="任意多边形: 形状 47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49" name="平行四边形 48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0" name="平行四边形 49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1" name="平行四边形 50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295621" y="2922199"/>
              <a:ext cx="1832449" cy="1107996"/>
              <a:chOff x="2088352" y="2126531"/>
              <a:chExt cx="1832449" cy="1107996"/>
            </a:xfrm>
          </p:grpSpPr>
          <p:sp>
            <p:nvSpPr>
              <p:cNvPr id="53" name="文本框 52"/>
              <p:cNvSpPr txBox="1"/>
              <p:nvPr/>
            </p:nvSpPr>
            <p:spPr>
              <a:xfrm>
                <a:off x="2315124" y="2126531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2088352" y="2588196"/>
                <a:ext cx="18324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amet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1050646" y="4382808"/>
            <a:ext cx="2235480" cy="1322537"/>
            <a:chOff x="1050646" y="4382808"/>
            <a:chExt cx="2235480" cy="1428751"/>
          </a:xfrm>
        </p:grpSpPr>
        <p:grpSp>
          <p:nvGrpSpPr>
            <p:cNvPr id="55" name="组合 54"/>
            <p:cNvGrpSpPr/>
            <p:nvPr/>
          </p:nvGrpSpPr>
          <p:grpSpPr>
            <a:xfrm>
              <a:off x="1050646" y="4382808"/>
              <a:ext cx="2235480" cy="1428751"/>
              <a:chOff x="2909102" y="2702719"/>
              <a:chExt cx="2283652" cy="1452562"/>
            </a:xfrm>
          </p:grpSpPr>
          <p:sp>
            <p:nvSpPr>
              <p:cNvPr id="56" name="任意多边形: 形状 55"/>
              <p:cNvSpPr/>
              <p:nvPr/>
            </p:nvSpPr>
            <p:spPr>
              <a:xfrm>
                <a:off x="2909102" y="2702719"/>
                <a:ext cx="2283652" cy="1452562"/>
              </a:xfrm>
              <a:custGeom>
                <a:avLst/>
                <a:gdLst>
                  <a:gd name="connsiteX0" fmla="*/ 123163 w 2283652"/>
                  <a:gd name="connsiteY0" fmla="*/ 0 h 1452562"/>
                  <a:gd name="connsiteX1" fmla="*/ 2283652 w 2283652"/>
                  <a:gd name="connsiteY1" fmla="*/ 0 h 1452562"/>
                  <a:gd name="connsiteX2" fmla="*/ 2249530 w 2283652"/>
                  <a:gd name="connsiteY2" fmla="*/ 402430 h 1452562"/>
                  <a:gd name="connsiteX3" fmla="*/ 2236832 w 2283652"/>
                  <a:gd name="connsiteY3" fmla="*/ 402430 h 1452562"/>
                  <a:gd name="connsiteX4" fmla="*/ 2269323 w 2283652"/>
                  <a:gd name="connsiteY4" fmla="*/ 19235 h 1452562"/>
                  <a:gd name="connsiteX5" fmla="*/ 134230 w 2283652"/>
                  <a:gd name="connsiteY5" fmla="*/ 19235 h 1452562"/>
                  <a:gd name="connsiteX6" fmla="*/ 14329 w 2283652"/>
                  <a:gd name="connsiteY6" fmla="*/ 1433327 h 1452562"/>
                  <a:gd name="connsiteX7" fmla="*/ 2149422 w 2283652"/>
                  <a:gd name="connsiteY7" fmla="*/ 1433327 h 1452562"/>
                  <a:gd name="connsiteX8" fmla="*/ 2181913 w 2283652"/>
                  <a:gd name="connsiteY8" fmla="*/ 1050132 h 1452562"/>
                  <a:gd name="connsiteX9" fmla="*/ 2194611 w 2283652"/>
                  <a:gd name="connsiteY9" fmla="*/ 1050132 h 1452562"/>
                  <a:gd name="connsiteX10" fmla="*/ 2160489 w 2283652"/>
                  <a:gd name="connsiteY10" fmla="*/ 1452562 h 1452562"/>
                  <a:gd name="connsiteX11" fmla="*/ 0 w 2283652"/>
                  <a:gd name="connsiteY11" fmla="*/ 1452562 h 1452562"/>
                  <a:gd name="connsiteX12" fmla="*/ 123163 w 2283652"/>
                  <a:gd name="connsiteY12" fmla="*/ 0 h 1452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3652" h="1452562">
                    <a:moveTo>
                      <a:pt x="123163" y="0"/>
                    </a:moveTo>
                    <a:lnTo>
                      <a:pt x="2283652" y="0"/>
                    </a:lnTo>
                    <a:lnTo>
                      <a:pt x="2249530" y="402430"/>
                    </a:lnTo>
                    <a:lnTo>
                      <a:pt x="2236832" y="402430"/>
                    </a:lnTo>
                    <a:lnTo>
                      <a:pt x="2269323" y="19235"/>
                    </a:lnTo>
                    <a:lnTo>
                      <a:pt x="134230" y="19235"/>
                    </a:lnTo>
                    <a:lnTo>
                      <a:pt x="14329" y="1433327"/>
                    </a:lnTo>
                    <a:lnTo>
                      <a:pt x="2149422" y="1433327"/>
                    </a:lnTo>
                    <a:lnTo>
                      <a:pt x="2181913" y="1050132"/>
                    </a:lnTo>
                    <a:lnTo>
                      <a:pt x="2194611" y="1050132"/>
                    </a:lnTo>
                    <a:lnTo>
                      <a:pt x="2160489" y="1452562"/>
                    </a:lnTo>
                    <a:lnTo>
                      <a:pt x="0" y="1452562"/>
                    </a:lnTo>
                    <a:lnTo>
                      <a:pt x="123163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7" name="平行四边形 56"/>
              <p:cNvSpPr/>
              <p:nvPr/>
            </p:nvSpPr>
            <p:spPr>
              <a:xfrm>
                <a:off x="3013079" y="2778170"/>
                <a:ext cx="2075697" cy="1301659"/>
              </a:xfrm>
              <a:prstGeom prst="parallelogram">
                <a:avLst>
                  <a:gd name="adj" fmla="val 8479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85000"/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8" name="平行四边形 57"/>
              <p:cNvSpPr/>
              <p:nvPr/>
            </p:nvSpPr>
            <p:spPr>
              <a:xfrm>
                <a:off x="5119498" y="3062050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59" name="平行四边形 58"/>
              <p:cNvSpPr/>
              <p:nvPr/>
            </p:nvSpPr>
            <p:spPr>
              <a:xfrm>
                <a:off x="5062573" y="3727371"/>
                <a:ext cx="72908" cy="45720"/>
              </a:xfrm>
              <a:prstGeom prst="parallelogram">
                <a:avLst>
                  <a:gd name="adj" fmla="val 8479"/>
                </a:avLst>
              </a:prstGeom>
              <a:solidFill>
                <a:schemeClr val="accent1"/>
              </a:soli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itchFamily="2" charset="-122"/>
                  <a:cs typeface="+mn-cs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295621" y="4509838"/>
              <a:ext cx="1832449" cy="1107996"/>
              <a:chOff x="2088352" y="2112662"/>
              <a:chExt cx="1832449" cy="1107996"/>
            </a:xfrm>
          </p:grpSpPr>
          <p:sp>
            <p:nvSpPr>
              <p:cNvPr id="61" name="文本框 60"/>
              <p:cNvSpPr txBox="1"/>
              <p:nvPr/>
            </p:nvSpPr>
            <p:spPr>
              <a:xfrm>
                <a:off x="2315124" y="2112662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 Condensed Extra Bold" panose="020B0803020202020204" pitchFamily="34" charset="0"/>
                    <a:ea typeface="等线" pitchFamily="2" charset="-122"/>
                    <a:cs typeface="+mn-cs"/>
                  </a:rPr>
                  <a:t>TEXT HERE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2088352" y="2574327"/>
                <a:ext cx="18324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Lorem ipsum dolor sit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amet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宋刻本秀楷简体" panose="02000000000000000000" pitchFamily="2" charset="-122"/>
                    <a:ea typeface="方正宋刻本秀楷简体" panose="02000000000000000000" pitchFamily="2" charset="-122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endParaRPr>
              </a:p>
            </p:txBody>
          </p:sp>
        </p:grpSp>
      </p:grpSp>
      <p:cxnSp>
        <p:nvCxnSpPr>
          <p:cNvPr id="64" name="直接箭头连接符 63"/>
          <p:cNvCxnSpPr/>
          <p:nvPr/>
        </p:nvCxnSpPr>
        <p:spPr>
          <a:xfrm>
            <a:off x="3519013" y="1945006"/>
            <a:ext cx="945037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519013" y="3488056"/>
            <a:ext cx="945037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519013" y="5024756"/>
            <a:ext cx="945037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4673228" y="1483341"/>
            <a:ext cx="6931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amet commodo magna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eros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quis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673228" y="3026391"/>
            <a:ext cx="6931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amet commodo magna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eros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quis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673228" y="4569441"/>
            <a:ext cx="6931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Lorem ipsum dolor sit amet, consectetuer adipiscing elit. Maecenas porttitor congue massa. Fusce posuere, magna sed pulvinar ultricies, purus lectus malesuada libero, sit amet commodo magna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eros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quis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rPr>
              <a:t>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87375" y="621626"/>
            <a:ext cx="1164103" cy="430887"/>
            <a:chOff x="514384" y="883622"/>
            <a:chExt cx="1164103" cy="430887"/>
          </a:xfrm>
        </p:grpSpPr>
        <p:sp>
          <p:nvSpPr>
            <p:cNvPr id="2" name="文本框 1"/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itchFamily="2" charset="-122"/>
                  <a:cs typeface="+mn-cs"/>
                </a:rPr>
                <a:t>6.2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77654" y="914399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碳纤维正中黑简体" panose="02010601030101010101" pitchFamily="2" charset="-122"/>
                  <a:ea typeface="碳纤维正中黑简体" panose="02010601030101010101" pitchFamily="2" charset="-122"/>
                  <a:cs typeface="+mn-cs"/>
                </a:rPr>
                <a:t>启示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285033" y="581155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结论</a:t>
            </a: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启示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71" y="0"/>
            <a:ext cx="6330462" cy="68580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1"/>
          </p:cNvCxnSpPr>
          <p:nvPr/>
        </p:nvCxnSpPr>
        <p:spPr>
          <a:xfrm flipH="1">
            <a:off x="8796339" y="6011614"/>
            <a:ext cx="148869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627802" y="6088558"/>
            <a:ext cx="5976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CONCLUSIONS &amp; ENLIGHTMENTS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1856283" y="1659904"/>
            <a:ext cx="3362746" cy="523220"/>
            <a:chOff x="648833" y="1393794"/>
            <a:chExt cx="3362746" cy="523220"/>
          </a:xfrm>
        </p:grpSpPr>
        <p:sp>
          <p:nvSpPr>
            <p:cNvPr id="5" name="平行四边形 4"/>
            <p:cNvSpPr/>
            <p:nvPr/>
          </p:nvSpPr>
          <p:spPr>
            <a:xfrm>
              <a:off x="648833" y="1393794"/>
              <a:ext cx="3362746" cy="523220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11905" y="1455349"/>
              <a:ext cx="3299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939248" y="4176443"/>
            <a:ext cx="3791251" cy="523220"/>
            <a:chOff x="648833" y="2185781"/>
            <a:chExt cx="3791251" cy="523220"/>
          </a:xfrm>
        </p:grpSpPr>
        <p:sp>
          <p:nvSpPr>
            <p:cNvPr id="20" name="平行四边形 19"/>
            <p:cNvSpPr/>
            <p:nvPr/>
          </p:nvSpPr>
          <p:spPr>
            <a:xfrm>
              <a:off x="648833" y="2185781"/>
              <a:ext cx="3791250" cy="52322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48833" y="2247336"/>
              <a:ext cx="3791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massa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56891" y="2617568"/>
            <a:ext cx="3153909" cy="523220"/>
            <a:chOff x="3929062" y="1388025"/>
            <a:chExt cx="3153909" cy="523220"/>
          </a:xfrm>
        </p:grpSpPr>
        <p:sp>
          <p:nvSpPr>
            <p:cNvPr id="21" name="平行四边形 20"/>
            <p:cNvSpPr/>
            <p:nvPr/>
          </p:nvSpPr>
          <p:spPr>
            <a:xfrm>
              <a:off x="3929062" y="1388025"/>
              <a:ext cx="3153909" cy="523220"/>
            </a:xfrm>
            <a:prstGeom prst="parallelogram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73218" y="1447117"/>
              <a:ext cx="3015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Fusce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posuere, magna sed.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46058" y="3592437"/>
            <a:ext cx="3791251" cy="523220"/>
            <a:chOff x="648833" y="2185781"/>
            <a:chExt cx="3791251" cy="523220"/>
          </a:xfrm>
        </p:grpSpPr>
        <p:sp>
          <p:nvSpPr>
            <p:cNvPr id="24" name="平行四边形 23"/>
            <p:cNvSpPr/>
            <p:nvPr/>
          </p:nvSpPr>
          <p:spPr>
            <a:xfrm>
              <a:off x="648833" y="2185781"/>
              <a:ext cx="3791250" cy="52322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48833" y="2247336"/>
              <a:ext cx="3791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massa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005764" y="1866702"/>
            <a:ext cx="3791251" cy="523220"/>
            <a:chOff x="648833" y="2185781"/>
            <a:chExt cx="3791251" cy="523220"/>
          </a:xfrm>
        </p:grpSpPr>
        <p:sp>
          <p:nvSpPr>
            <p:cNvPr id="27" name="平行四边形 26"/>
            <p:cNvSpPr/>
            <p:nvPr/>
          </p:nvSpPr>
          <p:spPr>
            <a:xfrm>
              <a:off x="648833" y="2185781"/>
              <a:ext cx="3791250" cy="52322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48833" y="2247336"/>
              <a:ext cx="3791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Maecenas porttitor congue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massa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56891" y="4486481"/>
            <a:ext cx="3153909" cy="523220"/>
            <a:chOff x="3929062" y="1388025"/>
            <a:chExt cx="3153909" cy="523220"/>
          </a:xfrm>
        </p:grpSpPr>
        <p:sp>
          <p:nvSpPr>
            <p:cNvPr id="30" name="平行四边形 29"/>
            <p:cNvSpPr/>
            <p:nvPr/>
          </p:nvSpPr>
          <p:spPr>
            <a:xfrm>
              <a:off x="3929062" y="1388025"/>
              <a:ext cx="3153909" cy="523220"/>
            </a:xfrm>
            <a:prstGeom prst="parallelogram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973218" y="1447117"/>
              <a:ext cx="3015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Fusce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posuere, magna sed.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628963" y="5068057"/>
            <a:ext cx="3362746" cy="523220"/>
            <a:chOff x="648833" y="1393794"/>
            <a:chExt cx="3362746" cy="523220"/>
          </a:xfrm>
        </p:grpSpPr>
        <p:sp>
          <p:nvSpPr>
            <p:cNvPr id="33" name="平行四边形 32"/>
            <p:cNvSpPr/>
            <p:nvPr/>
          </p:nvSpPr>
          <p:spPr>
            <a:xfrm>
              <a:off x="648833" y="1393794"/>
              <a:ext cx="3362746" cy="523220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11905" y="1455349"/>
              <a:ext cx="3299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991709" y="2556013"/>
            <a:ext cx="3362746" cy="523220"/>
            <a:chOff x="648833" y="1393794"/>
            <a:chExt cx="3362746" cy="523220"/>
          </a:xfrm>
        </p:grpSpPr>
        <p:sp>
          <p:nvSpPr>
            <p:cNvPr id="36" name="平行四边形 35"/>
            <p:cNvSpPr/>
            <p:nvPr/>
          </p:nvSpPr>
          <p:spPr>
            <a:xfrm>
              <a:off x="648833" y="1393794"/>
              <a:ext cx="3362746" cy="523220"/>
            </a:xfrm>
            <a:prstGeom prst="parallelogram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11905" y="1455349"/>
              <a:ext cx="32996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Lorem ipsum dolor sit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amet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470993" y="3321041"/>
            <a:ext cx="3153909" cy="523220"/>
            <a:chOff x="3929062" y="1388025"/>
            <a:chExt cx="3153909" cy="523220"/>
          </a:xfrm>
        </p:grpSpPr>
        <p:sp>
          <p:nvSpPr>
            <p:cNvPr id="45" name="平行四边形 44"/>
            <p:cNvSpPr/>
            <p:nvPr/>
          </p:nvSpPr>
          <p:spPr>
            <a:xfrm>
              <a:off x="3929062" y="1388025"/>
              <a:ext cx="3153909" cy="523220"/>
            </a:xfrm>
            <a:prstGeom prst="parallelogram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973218" y="1447117"/>
              <a:ext cx="3015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Fusce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宋刻本秀楷简体" panose="02000000000000000000" pitchFamily="2" charset="-122"/>
                  <a:ea typeface="方正宋刻本秀楷简体" panose="02000000000000000000" pitchFamily="2" charset="-122"/>
                  <a:cs typeface="+mn-cs"/>
                </a:rPr>
                <a:t> posuere, magna sed.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sp>
        <p:nvSpPr>
          <p:cNvPr id="56" name="iconfont-10123-4970407"/>
          <p:cNvSpPr>
            <a:spLocks noChangeAspect="1"/>
          </p:cNvSpPr>
          <p:nvPr/>
        </p:nvSpPr>
        <p:spPr bwMode="auto">
          <a:xfrm>
            <a:off x="5854685" y="3379254"/>
            <a:ext cx="609685" cy="524978"/>
          </a:xfrm>
          <a:custGeom>
            <a:avLst/>
            <a:gdLst>
              <a:gd name="T0" fmla="*/ 5698 w 8427"/>
              <a:gd name="T1" fmla="*/ 5547 h 7254"/>
              <a:gd name="T2" fmla="*/ 2987 w 8427"/>
              <a:gd name="T3" fmla="*/ 5547 h 7254"/>
              <a:gd name="T4" fmla="*/ 3627 w 8427"/>
              <a:gd name="T5" fmla="*/ 4480 h 7254"/>
              <a:gd name="T6" fmla="*/ 5074 w 8427"/>
              <a:gd name="T7" fmla="*/ 4480 h 7254"/>
              <a:gd name="T8" fmla="*/ 2454 w 8427"/>
              <a:gd name="T9" fmla="*/ 0 h 7254"/>
              <a:gd name="T10" fmla="*/ 3947 w 8427"/>
              <a:gd name="T11" fmla="*/ 0 h 7254"/>
              <a:gd name="T12" fmla="*/ 6401 w 8427"/>
              <a:gd name="T13" fmla="*/ 4480 h 7254"/>
              <a:gd name="T14" fmla="*/ 7172 w 8427"/>
              <a:gd name="T15" fmla="*/ 4480 h 7254"/>
              <a:gd name="T16" fmla="*/ 5301 w 8427"/>
              <a:gd name="T17" fmla="*/ 1239 h 7254"/>
              <a:gd name="T18" fmla="*/ 5014 w 8427"/>
              <a:gd name="T19" fmla="*/ 1814 h 7254"/>
              <a:gd name="T20" fmla="*/ 4267 w 8427"/>
              <a:gd name="T21" fmla="*/ 534 h 7254"/>
              <a:gd name="T22" fmla="*/ 4587 w 8427"/>
              <a:gd name="T23" fmla="*/ 0 h 7254"/>
              <a:gd name="T24" fmla="*/ 5867 w 8427"/>
              <a:gd name="T25" fmla="*/ 0 h 7254"/>
              <a:gd name="T26" fmla="*/ 8427 w 8427"/>
              <a:gd name="T27" fmla="*/ 4480 h 7254"/>
              <a:gd name="T28" fmla="*/ 7787 w 8427"/>
              <a:gd name="T29" fmla="*/ 5547 h 7254"/>
              <a:gd name="T30" fmla="*/ 6985 w 8427"/>
              <a:gd name="T31" fmla="*/ 5547 h 7254"/>
              <a:gd name="T32" fmla="*/ 7336 w 8427"/>
              <a:gd name="T33" fmla="*/ 6187 h 7254"/>
              <a:gd name="T34" fmla="*/ 6708 w 8427"/>
              <a:gd name="T35" fmla="*/ 7233 h 7254"/>
              <a:gd name="T36" fmla="*/ 6720 w 8427"/>
              <a:gd name="T37" fmla="*/ 7254 h 7254"/>
              <a:gd name="T38" fmla="*/ 1707 w 8427"/>
              <a:gd name="T39" fmla="*/ 7254 h 7254"/>
              <a:gd name="T40" fmla="*/ 1067 w 8427"/>
              <a:gd name="T41" fmla="*/ 6187 h 7254"/>
              <a:gd name="T42" fmla="*/ 3414 w 8427"/>
              <a:gd name="T43" fmla="*/ 2027 h 7254"/>
              <a:gd name="T44" fmla="*/ 4054 w 8427"/>
              <a:gd name="T45" fmla="*/ 3200 h 7254"/>
              <a:gd name="T46" fmla="*/ 2325 w 8427"/>
              <a:gd name="T47" fmla="*/ 6187 h 7254"/>
              <a:gd name="T48" fmla="*/ 6072 w 8427"/>
              <a:gd name="T49" fmla="*/ 6187 h 7254"/>
              <a:gd name="T50" fmla="*/ 5698 w 8427"/>
              <a:gd name="T51" fmla="*/ 5547 h 7254"/>
              <a:gd name="T52" fmla="*/ 1387 w 8427"/>
              <a:gd name="T53" fmla="*/ 4374 h 7254"/>
              <a:gd name="T54" fmla="*/ 1920 w 8427"/>
              <a:gd name="T55" fmla="*/ 4374 h 7254"/>
              <a:gd name="T56" fmla="*/ 1280 w 8427"/>
              <a:gd name="T57" fmla="*/ 5547 h 7254"/>
              <a:gd name="T58" fmla="*/ 747 w 8427"/>
              <a:gd name="T59" fmla="*/ 5547 h 7254"/>
              <a:gd name="T60" fmla="*/ 0 w 8427"/>
              <a:gd name="T61" fmla="*/ 4374 h 7254"/>
              <a:gd name="T62" fmla="*/ 2454 w 8427"/>
              <a:gd name="T63" fmla="*/ 0 h 7254"/>
              <a:gd name="T64" fmla="*/ 3200 w 8427"/>
              <a:gd name="T65" fmla="*/ 1280 h 7254"/>
              <a:gd name="T66" fmla="*/ 1387 w 8427"/>
              <a:gd name="T67" fmla="*/ 4374 h 7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427" h="7254">
                <a:moveTo>
                  <a:pt x="5698" y="5547"/>
                </a:moveTo>
                <a:lnTo>
                  <a:pt x="2987" y="5547"/>
                </a:lnTo>
                <a:lnTo>
                  <a:pt x="3627" y="4480"/>
                </a:lnTo>
                <a:lnTo>
                  <a:pt x="5074" y="4480"/>
                </a:lnTo>
                <a:lnTo>
                  <a:pt x="2454" y="0"/>
                </a:lnTo>
                <a:lnTo>
                  <a:pt x="3947" y="0"/>
                </a:lnTo>
                <a:lnTo>
                  <a:pt x="6401" y="4480"/>
                </a:lnTo>
                <a:lnTo>
                  <a:pt x="7172" y="4480"/>
                </a:lnTo>
                <a:lnTo>
                  <a:pt x="5301" y="1239"/>
                </a:lnTo>
                <a:lnTo>
                  <a:pt x="5014" y="1814"/>
                </a:lnTo>
                <a:lnTo>
                  <a:pt x="4267" y="534"/>
                </a:lnTo>
                <a:lnTo>
                  <a:pt x="4587" y="0"/>
                </a:lnTo>
                <a:lnTo>
                  <a:pt x="5867" y="0"/>
                </a:lnTo>
                <a:lnTo>
                  <a:pt x="8427" y="4480"/>
                </a:lnTo>
                <a:lnTo>
                  <a:pt x="7787" y="5547"/>
                </a:lnTo>
                <a:lnTo>
                  <a:pt x="6985" y="5547"/>
                </a:lnTo>
                <a:lnTo>
                  <a:pt x="7336" y="6187"/>
                </a:lnTo>
                <a:lnTo>
                  <a:pt x="6708" y="7233"/>
                </a:lnTo>
                <a:lnTo>
                  <a:pt x="6720" y="7254"/>
                </a:lnTo>
                <a:lnTo>
                  <a:pt x="1707" y="7254"/>
                </a:lnTo>
                <a:lnTo>
                  <a:pt x="1067" y="6187"/>
                </a:lnTo>
                <a:lnTo>
                  <a:pt x="3414" y="2027"/>
                </a:lnTo>
                <a:lnTo>
                  <a:pt x="4054" y="3200"/>
                </a:lnTo>
                <a:lnTo>
                  <a:pt x="2325" y="6187"/>
                </a:lnTo>
                <a:lnTo>
                  <a:pt x="6072" y="6187"/>
                </a:lnTo>
                <a:lnTo>
                  <a:pt x="5698" y="5547"/>
                </a:lnTo>
                <a:close/>
                <a:moveTo>
                  <a:pt x="1387" y="4374"/>
                </a:moveTo>
                <a:lnTo>
                  <a:pt x="1920" y="4374"/>
                </a:lnTo>
                <a:lnTo>
                  <a:pt x="1280" y="5547"/>
                </a:lnTo>
                <a:lnTo>
                  <a:pt x="747" y="5547"/>
                </a:lnTo>
                <a:lnTo>
                  <a:pt x="0" y="4374"/>
                </a:lnTo>
                <a:lnTo>
                  <a:pt x="2454" y="0"/>
                </a:lnTo>
                <a:lnTo>
                  <a:pt x="3200" y="1280"/>
                </a:lnTo>
                <a:lnTo>
                  <a:pt x="1387" y="437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57" name="文本框 56"/>
          <p:cNvSpPr txBox="1"/>
          <p:nvPr/>
        </p:nvSpPr>
        <p:spPr>
          <a:xfrm>
            <a:off x="4628963" y="302889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507555" y="302889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628963" y="391313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7555" y="391313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itchFamily="2" charset="-122"/>
                <a:cs typeface="+mn-cs"/>
              </a:rPr>
              <a:t>TEXT HERE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42925" y="604952"/>
            <a:ext cx="1609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CROSS BORDER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E-COMMERCE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CASE STUDY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311856" y="6207165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MAR.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1389" y="5791666"/>
            <a:ext cx="944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14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64121" y="1785221"/>
            <a:ext cx="8447735" cy="2646878"/>
            <a:chOff x="1638028" y="971030"/>
            <a:chExt cx="8447735" cy="2646878"/>
          </a:xfrm>
        </p:grpSpPr>
        <p:sp>
          <p:nvSpPr>
            <p:cNvPr id="10" name="文本框 9"/>
            <p:cNvSpPr txBox="1"/>
            <p:nvPr/>
          </p:nvSpPr>
          <p:spPr>
            <a:xfrm>
              <a:off x="1638028" y="971030"/>
              <a:ext cx="8447735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  <a:alpha val="85000"/>
                    </a:prstClr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微软雅黑" pitchFamily="34" charset="-122"/>
                  <a:cs typeface="+mn-cs"/>
                </a:rPr>
                <a:t>THANKS</a:t>
              </a:r>
              <a:endParaRPr kumimoji="0" lang="zh-CN" altLang="en-US" sz="16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  <a:alpha val="8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微软雅黑" pitchFamily="34" charset="-122"/>
                <a:cs typeface="+mn-cs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638028" y="2609940"/>
              <a:ext cx="84477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锐字云字库锐黑粗GB" panose="02010604000000000000" pitchFamily="2" charset="-122"/>
                  <a:ea typeface="锐字云字库锐黑粗GB" panose="02010604000000000000" pitchFamily="2" charset="-122"/>
                  <a:cs typeface="+mn-cs"/>
                </a:rPr>
                <a:t>恳请批评指正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锐字云字库锐黑粗GB" panose="02010604000000000000" pitchFamily="2" charset="-122"/>
                <a:ea typeface="锐字云字库锐黑粗GB" panose="02010604000000000000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自定义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88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8184</Words>
  <Application>WPS 表格</Application>
  <PresentationFormat>宽屏</PresentationFormat>
  <Paragraphs>814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等线</vt:lpstr>
      <vt:lpstr>等线</vt:lpstr>
      <vt:lpstr>Tw Cen MT Condensed Extra Bold</vt:lpstr>
      <vt:lpstr>锐字云字库锐黑粗GB</vt:lpstr>
      <vt:lpstr>碳纤维正中黑简体</vt:lpstr>
      <vt:lpstr>方正宋刻本秀楷简体</vt:lpstr>
      <vt:lpstr>宋体</vt:lpstr>
      <vt:lpstr>汉仪书宋二KW</vt:lpstr>
      <vt:lpstr>Arial Unicode MS</vt:lpstr>
      <vt:lpstr>等线 Light</vt:lpstr>
      <vt:lpstr>汉仪中等线KW</vt:lpstr>
      <vt:lpstr>Calibri</vt:lpstr>
      <vt:lpstr>Helvetica Neue</vt:lpstr>
      <vt:lpstr>Tw Cen MT Condensed</vt:lpstr>
      <vt:lpstr>Wingdings</vt:lpstr>
      <vt:lpstr>微软雅黑</vt:lpstr>
      <vt:lpstr>等线</vt:lpstr>
      <vt:lpstr>宋体-简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石 奕琛</dc:creator>
  <cp:lastModifiedBy>胡启宇</cp:lastModifiedBy>
  <cp:revision>7</cp:revision>
  <dcterms:created xsi:type="dcterms:W3CDTF">2026-06-02T05:55:33Z</dcterms:created>
  <dcterms:modified xsi:type="dcterms:W3CDTF">2026-06-02T05:55:33Z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CBCBC0CF7ECB2AAA55701E6AE1B29F7A_43</vt:lpwstr>
  </property>
  <property fmtid="{D5CDD505-2E9C-101B-9397-08002B2CF9AE}" pid="3" name="KSOProductBuildVer">
    <vt:lpwstr>2052-12.1.24031.24031</vt:lpwstr>
  </property>
</Properties>
</file>